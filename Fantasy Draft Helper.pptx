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4" r:id="rId5"/>
    <p:sldId id="257" r:id="rId6"/>
    <p:sldId id="260" r:id="rId7"/>
    <p:sldId id="263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DAE94A-91CE-4039-B2E6-C18E25E927B5}" v="68" dt="2026-10-16T22:48:12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Robinson" userId="cfb42d23-0574-47bf-a58e-e5322d5abd80" providerId="ADAL" clId="{D93D7B9B-1B6F-4F51-A90F-0D08E8917981}"/>
    <pc:docChg chg="undo redo custSel addSld delSld modSld sldOrd">
      <pc:chgData name="Jeffrey Robinson" userId="cfb42d23-0574-47bf-a58e-e5322d5abd80" providerId="ADAL" clId="{D93D7B9B-1B6F-4F51-A90F-0D08E8917981}" dt="2026-10-16T22:57:57.691" v="3771" actId="26606"/>
      <pc:docMkLst>
        <pc:docMk/>
      </pc:docMkLst>
      <pc:sldChg chg="addSp delSp del mod">
        <pc:chgData name="Jeffrey Robinson" userId="cfb42d23-0574-47bf-a58e-e5322d5abd80" providerId="ADAL" clId="{D93D7B9B-1B6F-4F51-A90F-0D08E8917981}" dt="2026-10-16T22:57:54.091" v="3770" actId="47"/>
        <pc:sldMkLst>
          <pc:docMk/>
          <pc:sldMk cId="3082275008" sldId="256"/>
        </pc:sldMkLst>
        <pc:spChg chg="add del">
          <ac:chgData name="Jeffrey Robinson" userId="cfb42d23-0574-47bf-a58e-e5322d5abd80" providerId="ADAL" clId="{D93D7B9B-1B6F-4F51-A90F-0D08E8917981}" dt="2026-10-16T22:56:15.381" v="3767" actId="22"/>
          <ac:spMkLst>
            <pc:docMk/>
            <pc:sldMk cId="3082275008" sldId="256"/>
            <ac:spMk id="5" creationId="{FD60D511-9187-493E-6374-4C7AB1A70E11}"/>
          </ac:spMkLst>
        </pc:spChg>
      </pc:sldChg>
      <pc:sldChg chg="addSp delSp modSp mod setBg">
        <pc:chgData name="Jeffrey Robinson" userId="cfb42d23-0574-47bf-a58e-e5322d5abd80" providerId="ADAL" clId="{D93D7B9B-1B6F-4F51-A90F-0D08E8917981}" dt="2026-10-16T22:29:43.811" v="1692" actId="20577"/>
        <pc:sldMkLst>
          <pc:docMk/>
          <pc:sldMk cId="227199105" sldId="257"/>
        </pc:sldMkLst>
        <pc:spChg chg="mod">
          <ac:chgData name="Jeffrey Robinson" userId="cfb42d23-0574-47bf-a58e-e5322d5abd80" providerId="ADAL" clId="{D93D7B9B-1B6F-4F51-A90F-0D08E8917981}" dt="2026-10-16T22:21:47.592" v="1371" actId="26606"/>
          <ac:spMkLst>
            <pc:docMk/>
            <pc:sldMk cId="227199105" sldId="257"/>
            <ac:spMk id="2" creationId="{2669B236-99BF-E33F-8FCB-9514AAC73300}"/>
          </ac:spMkLst>
        </pc:spChg>
        <pc:spChg chg="add del mod">
          <ac:chgData name="Jeffrey Robinson" userId="cfb42d23-0574-47bf-a58e-e5322d5abd80" providerId="ADAL" clId="{D93D7B9B-1B6F-4F51-A90F-0D08E8917981}" dt="2026-10-16T22:00:34.674" v="537" actId="26606"/>
          <ac:spMkLst>
            <pc:docMk/>
            <pc:sldMk cId="227199105" sldId="257"/>
            <ac:spMk id="3" creationId="{9A5262DC-E819-89CB-CB81-8F3BA5A222FD}"/>
          </ac:spMkLst>
        </pc:spChg>
        <pc:spChg chg="add del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9" creationId="{BACC6370-2D7E-4714-9D71-7542949D7D5D}"/>
          </ac:spMkLst>
        </pc:spChg>
        <pc:spChg chg="add del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11" creationId="{F68B3F68-107C-434F-AA38-110D5EA91B85}"/>
          </ac:spMkLst>
        </pc:spChg>
        <pc:spChg chg="add del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13" creationId="{AAD0DBB9-1A4B-4391-81D4-CB19F9AB918A}"/>
          </ac:spMkLst>
        </pc:spChg>
        <pc:spChg chg="add del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15" creationId="{063BBA22-50EA-4C4D-BE05-F1CE4E63AA56}"/>
          </ac:spMkLst>
        </pc:spChg>
        <pc:spChg chg="add del">
          <ac:chgData name="Jeffrey Robinson" userId="cfb42d23-0574-47bf-a58e-e5322d5abd80" providerId="ADAL" clId="{D93D7B9B-1B6F-4F51-A90F-0D08E8917981}" dt="2026-10-16T22:21:47.592" v="1371" actId="26606"/>
          <ac:spMkLst>
            <pc:docMk/>
            <pc:sldMk cId="227199105" sldId="257"/>
            <ac:spMk id="20" creationId="{1D63C574-BFD2-41A1-A567-B0C3CC7FDD4F}"/>
          </ac:spMkLst>
        </pc:spChg>
        <pc:spChg chg="add del">
          <ac:chgData name="Jeffrey Robinson" userId="cfb42d23-0574-47bf-a58e-e5322d5abd80" providerId="ADAL" clId="{D93D7B9B-1B6F-4F51-A90F-0D08E8917981}" dt="2026-10-16T22:21:47.592" v="1371" actId="26606"/>
          <ac:spMkLst>
            <pc:docMk/>
            <pc:sldMk cId="227199105" sldId="257"/>
            <ac:spMk id="22" creationId="{E2A46BAB-8C31-42B2-90E8-B26DD3E81D37}"/>
          </ac:spMkLst>
        </pc:spChg>
        <pc:spChg chg="add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37" creationId="{BACC6370-2D7E-4714-9D71-7542949D7D5D}"/>
          </ac:spMkLst>
        </pc:spChg>
        <pc:spChg chg="add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38" creationId="{F68B3F68-107C-434F-AA38-110D5EA91B85}"/>
          </ac:spMkLst>
        </pc:spChg>
        <pc:spChg chg="add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39" creationId="{AAD0DBB9-1A4B-4391-81D4-CB19F9AB918A}"/>
          </ac:spMkLst>
        </pc:spChg>
        <pc:spChg chg="add">
          <ac:chgData name="Jeffrey Robinson" userId="cfb42d23-0574-47bf-a58e-e5322d5abd80" providerId="ADAL" clId="{D93D7B9B-1B6F-4F51-A90F-0D08E8917981}" dt="2026-10-16T22:21:47.656" v="1372" actId="26606"/>
          <ac:spMkLst>
            <pc:docMk/>
            <pc:sldMk cId="227199105" sldId="257"/>
            <ac:spMk id="40" creationId="{063BBA22-50EA-4C4D-BE05-F1CE4E63AA56}"/>
          </ac:spMkLst>
        </pc:spChg>
        <pc:grpChg chg="add del">
          <ac:chgData name="Jeffrey Robinson" userId="cfb42d23-0574-47bf-a58e-e5322d5abd80" providerId="ADAL" clId="{D93D7B9B-1B6F-4F51-A90F-0D08E8917981}" dt="2026-10-16T22:21:47.592" v="1371" actId="26606"/>
          <ac:grpSpMkLst>
            <pc:docMk/>
            <pc:sldMk cId="227199105" sldId="257"/>
            <ac:grpSpMk id="24" creationId="{B3F7A3C7-0737-4E57-B30E-8EEFE638B401}"/>
          </ac:grpSpMkLst>
        </pc:grpChg>
        <pc:grpChg chg="add del">
          <ac:chgData name="Jeffrey Robinson" userId="cfb42d23-0574-47bf-a58e-e5322d5abd80" providerId="ADAL" clId="{D93D7B9B-1B6F-4F51-A90F-0D08E8917981}" dt="2026-10-16T22:21:47.592" v="1371" actId="26606"/>
          <ac:grpSpMkLst>
            <pc:docMk/>
            <pc:sldMk cId="227199105" sldId="257"/>
            <ac:grpSpMk id="28" creationId="{43F5E015-E085-4624-B431-B42414448684}"/>
          </ac:grpSpMkLst>
        </pc:grpChg>
        <pc:graphicFrameChg chg="add del">
          <ac:chgData name="Jeffrey Robinson" userId="cfb42d23-0574-47bf-a58e-e5322d5abd80" providerId="ADAL" clId="{D93D7B9B-1B6F-4F51-A90F-0D08E8917981}" dt="2026-10-16T21:59:50.082" v="536" actId="26606"/>
          <ac:graphicFrameMkLst>
            <pc:docMk/>
            <pc:sldMk cId="227199105" sldId="257"/>
            <ac:graphicFrameMk id="5" creationId="{98CA0A51-D4BB-9B47-F416-0F01A0968A90}"/>
          </ac:graphicFrameMkLst>
        </pc:graphicFrameChg>
        <pc:graphicFrameChg chg="add mod modGraphic">
          <ac:chgData name="Jeffrey Robinson" userId="cfb42d23-0574-47bf-a58e-e5322d5abd80" providerId="ADAL" clId="{D93D7B9B-1B6F-4F51-A90F-0D08E8917981}" dt="2026-10-16T22:29:43.811" v="1692" actId="20577"/>
          <ac:graphicFrameMkLst>
            <pc:docMk/>
            <pc:sldMk cId="227199105" sldId="257"/>
            <ac:graphicFrameMk id="6" creationId="{CA46FBDE-8E0E-DDD0-6A98-8B25BA594F30}"/>
          </ac:graphicFrameMkLst>
        </pc:graphicFrameChg>
      </pc:sldChg>
      <pc:sldChg chg="modSp add del mod">
        <pc:chgData name="Jeffrey Robinson" userId="cfb42d23-0574-47bf-a58e-e5322d5abd80" providerId="ADAL" clId="{D93D7B9B-1B6F-4F51-A90F-0D08E8917981}" dt="2026-10-16T22:30:45.490" v="1730" actId="47"/>
        <pc:sldMkLst>
          <pc:docMk/>
          <pc:sldMk cId="1567056891" sldId="258"/>
        </pc:sldMkLst>
        <pc:spChg chg="mod">
          <ac:chgData name="Jeffrey Robinson" userId="cfb42d23-0574-47bf-a58e-e5322d5abd80" providerId="ADAL" clId="{D93D7B9B-1B6F-4F51-A90F-0D08E8917981}" dt="2026-10-16T22:29:55.703" v="1693" actId="20577"/>
          <ac:spMkLst>
            <pc:docMk/>
            <pc:sldMk cId="1567056891" sldId="258"/>
            <ac:spMk id="3" creationId="{0332F165-02F3-9685-E4BD-2C1C949FF399}"/>
          </ac:spMkLst>
        </pc:spChg>
      </pc:sldChg>
      <pc:sldChg chg="addSp delSp modSp mod ord setBg">
        <pc:chgData name="Jeffrey Robinson" userId="cfb42d23-0574-47bf-a58e-e5322d5abd80" providerId="ADAL" clId="{D93D7B9B-1B6F-4F51-A90F-0D08E8917981}" dt="2026-10-16T22:46:40.627" v="3123" actId="26606"/>
        <pc:sldMkLst>
          <pc:docMk/>
          <pc:sldMk cId="133727449" sldId="260"/>
        </pc:sldMkLst>
        <pc:spChg chg="mod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2" creationId="{BB66A094-B63D-B93E-1BEA-17AD7E4C9AD0}"/>
          </ac:spMkLst>
        </pc:spChg>
        <pc:spChg chg="del mod">
          <ac:chgData name="Jeffrey Robinson" userId="cfb42d23-0574-47bf-a58e-e5322d5abd80" providerId="ADAL" clId="{D93D7B9B-1B6F-4F51-A90F-0D08E8917981}" dt="2026-10-16T22:34:54.275" v="2160" actId="26606"/>
          <ac:spMkLst>
            <pc:docMk/>
            <pc:sldMk cId="133727449" sldId="260"/>
            <ac:spMk id="3" creationId="{14B19570-4603-A15E-603C-71F09272C095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9" creationId="{53B021B3-DE93-4AB7-8A18-CF5F1CED88B8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11" creationId="{52D502E5-F6B4-4D58-B4AE-FC466FF15EE8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13" creationId="{9DECDBF4-02B6-4BB4-B65B-B8107AD6A9E8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18" creationId="{BACC6370-2D7E-4714-9D71-7542949D7D5D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20" creationId="{F68B3F68-107C-434F-AA38-110D5EA91B85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22" creationId="{AAD0DBB9-1A4B-4391-81D4-CB19F9AB918A}"/>
          </ac:spMkLst>
        </pc:spChg>
        <pc:spChg chg="add del">
          <ac:chgData name="Jeffrey Robinson" userId="cfb42d23-0574-47bf-a58e-e5322d5abd80" providerId="ADAL" clId="{D93D7B9B-1B6F-4F51-A90F-0D08E8917981}" dt="2026-10-16T22:46:40.627" v="3123" actId="26606"/>
          <ac:spMkLst>
            <pc:docMk/>
            <pc:sldMk cId="133727449" sldId="260"/>
            <ac:spMk id="24" creationId="{063BBA22-50EA-4C4D-BE05-F1CE4E63AA56}"/>
          </ac:spMkLst>
        </pc:spChg>
        <pc:graphicFrameChg chg="add mod modGraphic">
          <ac:chgData name="Jeffrey Robinson" userId="cfb42d23-0574-47bf-a58e-e5322d5abd80" providerId="ADAL" clId="{D93D7B9B-1B6F-4F51-A90F-0D08E8917981}" dt="2026-10-16T22:46:40.627" v="3123" actId="26606"/>
          <ac:graphicFrameMkLst>
            <pc:docMk/>
            <pc:sldMk cId="133727449" sldId="260"/>
            <ac:graphicFrameMk id="5" creationId="{0A303531-04E8-0F00-AF5E-CB99FCBDD734}"/>
          </ac:graphicFrameMkLst>
        </pc:graphicFrameChg>
      </pc:sldChg>
      <pc:sldChg chg="addSp delSp modSp mod setBg">
        <pc:chgData name="Jeffrey Robinson" userId="cfb42d23-0574-47bf-a58e-e5322d5abd80" providerId="ADAL" clId="{D93D7B9B-1B6F-4F51-A90F-0D08E8917981}" dt="2026-10-16T22:53:41.746" v="3765" actId="26606"/>
        <pc:sldMkLst>
          <pc:docMk/>
          <pc:sldMk cId="1207233614" sldId="261"/>
        </pc:sldMkLst>
        <pc:spChg chg="mod">
          <ac:chgData name="Jeffrey Robinson" userId="cfb42d23-0574-47bf-a58e-e5322d5abd80" providerId="ADAL" clId="{D93D7B9B-1B6F-4F51-A90F-0D08E8917981}" dt="2026-10-16T22:53:41.746" v="3765" actId="26606"/>
          <ac:spMkLst>
            <pc:docMk/>
            <pc:sldMk cId="1207233614" sldId="261"/>
            <ac:spMk id="2" creationId="{3782F444-8C8C-AB15-4FE1-4E37CAA19DE3}"/>
          </ac:spMkLst>
        </pc:spChg>
        <pc:spChg chg="del mod">
          <ac:chgData name="Jeffrey Robinson" userId="cfb42d23-0574-47bf-a58e-e5322d5abd80" providerId="ADAL" clId="{D93D7B9B-1B6F-4F51-A90F-0D08E8917981}" dt="2026-10-16T22:53:41.746" v="3765" actId="26606"/>
          <ac:spMkLst>
            <pc:docMk/>
            <pc:sldMk cId="1207233614" sldId="261"/>
            <ac:spMk id="3" creationId="{FB449D07-DED8-124F-8C0E-96FED098E65C}"/>
          </ac:spMkLst>
        </pc:spChg>
        <pc:spChg chg="add">
          <ac:chgData name="Jeffrey Robinson" userId="cfb42d23-0574-47bf-a58e-e5322d5abd80" providerId="ADAL" clId="{D93D7B9B-1B6F-4F51-A90F-0D08E8917981}" dt="2026-10-16T22:53:41.746" v="3765" actId="26606"/>
          <ac:spMkLst>
            <pc:docMk/>
            <pc:sldMk cId="1207233614" sldId="261"/>
            <ac:spMk id="10" creationId="{B50AB553-2A96-4A92-96F2-93548E096954}"/>
          </ac:spMkLst>
        </pc:spChg>
        <pc:graphicFrameChg chg="add">
          <ac:chgData name="Jeffrey Robinson" userId="cfb42d23-0574-47bf-a58e-e5322d5abd80" providerId="ADAL" clId="{D93D7B9B-1B6F-4F51-A90F-0D08E8917981}" dt="2026-10-16T22:53:41.746" v="3765" actId="26606"/>
          <ac:graphicFrameMkLst>
            <pc:docMk/>
            <pc:sldMk cId="1207233614" sldId="261"/>
            <ac:graphicFrameMk id="5" creationId="{FCDE7A2F-8D21-03B6-ABE4-1C6D61B62F3E}"/>
          </ac:graphicFrameMkLst>
        </pc:graphicFrameChg>
        <pc:picChg chg="add">
          <ac:chgData name="Jeffrey Robinson" userId="cfb42d23-0574-47bf-a58e-e5322d5abd80" providerId="ADAL" clId="{D93D7B9B-1B6F-4F51-A90F-0D08E8917981}" dt="2026-10-16T22:53:41.746" v="3765" actId="26606"/>
          <ac:picMkLst>
            <pc:docMk/>
            <pc:sldMk cId="1207233614" sldId="261"/>
            <ac:picMk id="6" creationId="{7D9B2DE7-E382-80C6-2180-78A6AC5E4AA8}"/>
          </ac:picMkLst>
        </pc:picChg>
      </pc:sldChg>
      <pc:sldChg chg="modSp new del mod">
        <pc:chgData name="Jeffrey Robinson" userId="cfb42d23-0574-47bf-a58e-e5322d5abd80" providerId="ADAL" clId="{D93D7B9B-1B6F-4F51-A90F-0D08E8917981}" dt="2026-10-16T22:49:17.693" v="3320" actId="47"/>
        <pc:sldMkLst>
          <pc:docMk/>
          <pc:sldMk cId="4242817728" sldId="262"/>
        </pc:sldMkLst>
        <pc:spChg chg="mod">
          <ac:chgData name="Jeffrey Robinson" userId="cfb42d23-0574-47bf-a58e-e5322d5abd80" providerId="ADAL" clId="{D93D7B9B-1B6F-4F51-A90F-0D08E8917981}" dt="2026-10-16T22:30:51.726" v="1743" actId="20577"/>
          <ac:spMkLst>
            <pc:docMk/>
            <pc:sldMk cId="4242817728" sldId="262"/>
            <ac:spMk id="2" creationId="{1DD5F1C4-60F3-71F9-9E92-15F6C7FDDA24}"/>
          </ac:spMkLst>
        </pc:spChg>
        <pc:spChg chg="mod">
          <ac:chgData name="Jeffrey Robinson" userId="cfb42d23-0574-47bf-a58e-e5322d5abd80" providerId="ADAL" clId="{D93D7B9B-1B6F-4F51-A90F-0D08E8917981}" dt="2026-10-16T22:47:54.299" v="3168" actId="20577"/>
          <ac:spMkLst>
            <pc:docMk/>
            <pc:sldMk cId="4242817728" sldId="262"/>
            <ac:spMk id="3" creationId="{B061AFBE-C9D4-9CB5-CC17-9D749AC85BF6}"/>
          </ac:spMkLst>
        </pc:spChg>
      </pc:sldChg>
      <pc:sldChg chg="addSp delSp modSp add mod setBg delDesignElem">
        <pc:chgData name="Jeffrey Robinson" userId="cfb42d23-0574-47bf-a58e-e5322d5abd80" providerId="ADAL" clId="{D93D7B9B-1B6F-4F51-A90F-0D08E8917981}" dt="2026-10-16T22:49:04.765" v="3319" actId="20577"/>
        <pc:sldMkLst>
          <pc:docMk/>
          <pc:sldMk cId="2120748333" sldId="263"/>
        </pc:sldMkLst>
        <pc:spChg chg="mod">
          <ac:chgData name="Jeffrey Robinson" userId="cfb42d23-0574-47bf-a58e-e5322d5abd80" providerId="ADAL" clId="{D93D7B9B-1B6F-4F51-A90F-0D08E8917981}" dt="2026-10-16T22:48:26.121" v="3260" actId="20577"/>
          <ac:spMkLst>
            <pc:docMk/>
            <pc:sldMk cId="2120748333" sldId="263"/>
            <ac:spMk id="2" creationId="{5AFAED5C-E01A-8050-BA96-43538BABAA0D}"/>
          </ac:spMkLst>
        </pc:spChg>
        <pc:spChg chg="add">
          <ac:chgData name="Jeffrey Robinson" userId="cfb42d23-0574-47bf-a58e-e5322d5abd80" providerId="ADAL" clId="{D93D7B9B-1B6F-4F51-A90F-0D08E8917981}" dt="2026-10-16T22:48:19.296" v="3252" actId="26606"/>
          <ac:spMkLst>
            <pc:docMk/>
            <pc:sldMk cId="2120748333" sldId="263"/>
            <ac:spMk id="11" creationId="{B50AB553-2A96-4A92-96F2-93548E096954}"/>
          </ac:spMkLst>
        </pc:spChg>
        <pc:spChg chg="del">
          <ac:chgData name="Jeffrey Robinson" userId="cfb42d23-0574-47bf-a58e-e5322d5abd80" providerId="ADAL" clId="{D93D7B9B-1B6F-4F51-A90F-0D08E8917981}" dt="2026-10-16T22:46:42.162" v="3125"/>
          <ac:spMkLst>
            <pc:docMk/>
            <pc:sldMk cId="2120748333" sldId="263"/>
            <ac:spMk id="18" creationId="{5FED0739-1EF2-4936-6083-3F165B59CC40}"/>
          </ac:spMkLst>
        </pc:spChg>
        <pc:spChg chg="del">
          <ac:chgData name="Jeffrey Robinson" userId="cfb42d23-0574-47bf-a58e-e5322d5abd80" providerId="ADAL" clId="{D93D7B9B-1B6F-4F51-A90F-0D08E8917981}" dt="2026-10-16T22:46:42.162" v="3125"/>
          <ac:spMkLst>
            <pc:docMk/>
            <pc:sldMk cId="2120748333" sldId="263"/>
            <ac:spMk id="20" creationId="{AEF3AB4B-D256-6EB4-AD3A-EBABBFFD0E9B}"/>
          </ac:spMkLst>
        </pc:spChg>
        <pc:spChg chg="del">
          <ac:chgData name="Jeffrey Robinson" userId="cfb42d23-0574-47bf-a58e-e5322d5abd80" providerId="ADAL" clId="{D93D7B9B-1B6F-4F51-A90F-0D08E8917981}" dt="2026-10-16T22:46:42.162" v="3125"/>
          <ac:spMkLst>
            <pc:docMk/>
            <pc:sldMk cId="2120748333" sldId="263"/>
            <ac:spMk id="22" creationId="{DCADFDA2-569A-82F4-1095-EB1B5BD0BE99}"/>
          </ac:spMkLst>
        </pc:spChg>
        <pc:spChg chg="del">
          <ac:chgData name="Jeffrey Robinson" userId="cfb42d23-0574-47bf-a58e-e5322d5abd80" providerId="ADAL" clId="{D93D7B9B-1B6F-4F51-A90F-0D08E8917981}" dt="2026-10-16T22:46:42.162" v="3125"/>
          <ac:spMkLst>
            <pc:docMk/>
            <pc:sldMk cId="2120748333" sldId="263"/>
            <ac:spMk id="24" creationId="{A094350A-8BE3-729F-EBE7-055A5F0B4C29}"/>
          </ac:spMkLst>
        </pc:spChg>
        <pc:graphicFrameChg chg="mod modGraphic">
          <ac:chgData name="Jeffrey Robinson" userId="cfb42d23-0574-47bf-a58e-e5322d5abd80" providerId="ADAL" clId="{D93D7B9B-1B6F-4F51-A90F-0D08E8917981}" dt="2026-10-16T22:49:04.765" v="3319" actId="20577"/>
          <ac:graphicFrameMkLst>
            <pc:docMk/>
            <pc:sldMk cId="2120748333" sldId="263"/>
            <ac:graphicFrameMk id="5" creationId="{C77C7177-C8E5-7F3D-5834-26FD34353543}"/>
          </ac:graphicFrameMkLst>
        </pc:graphicFrameChg>
        <pc:picChg chg="add">
          <ac:chgData name="Jeffrey Robinson" userId="cfb42d23-0574-47bf-a58e-e5322d5abd80" providerId="ADAL" clId="{D93D7B9B-1B6F-4F51-A90F-0D08E8917981}" dt="2026-10-16T22:48:19.296" v="3252" actId="26606"/>
          <ac:picMkLst>
            <pc:docMk/>
            <pc:sldMk cId="2120748333" sldId="263"/>
            <ac:picMk id="7" creationId="{95E23123-59BC-2A0C-9784-28B6A489FFF5}"/>
          </ac:picMkLst>
        </pc:picChg>
      </pc:sldChg>
      <pc:sldChg chg="addSp delSp add del setBg delDesignElem">
        <pc:chgData name="Jeffrey Robinson" userId="cfb42d23-0574-47bf-a58e-e5322d5abd80" providerId="ADAL" clId="{D93D7B9B-1B6F-4F51-A90F-0D08E8917981}" dt="2026-10-16T22:46:38.738" v="3122"/>
        <pc:sldMkLst>
          <pc:docMk/>
          <pc:sldMk cId="3553709360" sldId="263"/>
        </pc:sldMkLst>
        <pc:spChg chg="add del">
          <ac:chgData name="Jeffrey Robinson" userId="cfb42d23-0574-47bf-a58e-e5322d5abd80" providerId="ADAL" clId="{D93D7B9B-1B6F-4F51-A90F-0D08E8917981}" dt="2026-10-16T22:46:38.738" v="3122"/>
          <ac:spMkLst>
            <pc:docMk/>
            <pc:sldMk cId="3553709360" sldId="263"/>
            <ac:spMk id="18" creationId="{BD73C1D0-1836-30C3-384D-84077638FCE2}"/>
          </ac:spMkLst>
        </pc:spChg>
        <pc:spChg chg="add del">
          <ac:chgData name="Jeffrey Robinson" userId="cfb42d23-0574-47bf-a58e-e5322d5abd80" providerId="ADAL" clId="{D93D7B9B-1B6F-4F51-A90F-0D08E8917981}" dt="2026-10-16T22:46:38.738" v="3122"/>
          <ac:spMkLst>
            <pc:docMk/>
            <pc:sldMk cId="3553709360" sldId="263"/>
            <ac:spMk id="20" creationId="{F6259E85-A5A0-46F3-C952-BCB321F536DE}"/>
          </ac:spMkLst>
        </pc:spChg>
        <pc:spChg chg="add del">
          <ac:chgData name="Jeffrey Robinson" userId="cfb42d23-0574-47bf-a58e-e5322d5abd80" providerId="ADAL" clId="{D93D7B9B-1B6F-4F51-A90F-0D08E8917981}" dt="2026-10-16T22:46:38.738" v="3122"/>
          <ac:spMkLst>
            <pc:docMk/>
            <pc:sldMk cId="3553709360" sldId="263"/>
            <ac:spMk id="22" creationId="{E131DA97-778C-48B5-562E-B609D40D699C}"/>
          </ac:spMkLst>
        </pc:spChg>
        <pc:spChg chg="add del">
          <ac:chgData name="Jeffrey Robinson" userId="cfb42d23-0574-47bf-a58e-e5322d5abd80" providerId="ADAL" clId="{D93D7B9B-1B6F-4F51-A90F-0D08E8917981}" dt="2026-10-16T22:46:38.738" v="3122"/>
          <ac:spMkLst>
            <pc:docMk/>
            <pc:sldMk cId="3553709360" sldId="263"/>
            <ac:spMk id="24" creationId="{2995D763-8D94-068C-01DC-22AF0A46E36E}"/>
          </ac:spMkLst>
        </pc:spChg>
      </pc:sldChg>
      <pc:sldChg chg="addSp delSp modSp new mod setBg">
        <pc:chgData name="Jeffrey Robinson" userId="cfb42d23-0574-47bf-a58e-e5322d5abd80" providerId="ADAL" clId="{D93D7B9B-1B6F-4F51-A90F-0D08E8917981}" dt="2026-10-16T22:57:57.691" v="3771" actId="26606"/>
        <pc:sldMkLst>
          <pc:docMk/>
          <pc:sldMk cId="1589871525" sldId="264"/>
        </pc:sldMkLst>
        <pc:spChg chg="del">
          <ac:chgData name="Jeffrey Robinson" userId="cfb42d23-0574-47bf-a58e-e5322d5abd80" providerId="ADAL" clId="{D93D7B9B-1B6F-4F51-A90F-0D08E8917981}" dt="2026-10-16T22:57:57.691" v="3771" actId="26606"/>
          <ac:spMkLst>
            <pc:docMk/>
            <pc:sldMk cId="1589871525" sldId="264"/>
            <ac:spMk id="2" creationId="{DBE33927-DC37-A7A9-DBF0-9540C098753F}"/>
          </ac:spMkLst>
        </pc:spChg>
        <pc:spChg chg="del">
          <ac:chgData name="Jeffrey Robinson" userId="cfb42d23-0574-47bf-a58e-e5322d5abd80" providerId="ADAL" clId="{D93D7B9B-1B6F-4F51-A90F-0D08E8917981}" dt="2026-10-16T22:57:52.069" v="3769" actId="931"/>
          <ac:spMkLst>
            <pc:docMk/>
            <pc:sldMk cId="1589871525" sldId="264"/>
            <ac:spMk id="3" creationId="{DBED8830-0257-0FCD-EDE0-700415995AB9}"/>
          </ac:spMkLst>
        </pc:spChg>
        <pc:spChg chg="add">
          <ac:chgData name="Jeffrey Robinson" userId="cfb42d23-0574-47bf-a58e-e5322d5abd80" providerId="ADAL" clId="{D93D7B9B-1B6F-4F51-A90F-0D08E8917981}" dt="2026-10-16T22:57:57.691" v="3771" actId="26606"/>
          <ac:spMkLst>
            <pc:docMk/>
            <pc:sldMk cId="1589871525" sldId="264"/>
            <ac:spMk id="10" creationId="{E2BA2BD9-7B54-4190-8F06-3EF3658A0020}"/>
          </ac:spMkLst>
        </pc:spChg>
        <pc:picChg chg="add mod ord">
          <ac:chgData name="Jeffrey Robinson" userId="cfb42d23-0574-47bf-a58e-e5322d5abd80" providerId="ADAL" clId="{D93D7B9B-1B6F-4F51-A90F-0D08E8917981}" dt="2026-10-16T22:57:57.691" v="3771" actId="26606"/>
          <ac:picMkLst>
            <pc:docMk/>
            <pc:sldMk cId="1589871525" sldId="264"/>
            <ac:picMk id="5" creationId="{FBB47F16-BDF9-4B43-493F-7AAEE2D7810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AEBB85-E21E-45E6-B340-066DB6BBAC1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6F7B1C-8A41-470A-BBE0-EC9EA631D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application tracks a Fantasy Football draft in real time and suggests the user’s next pick based on NFL statistics and current player reports.</a:t>
          </a:r>
        </a:p>
      </dgm:t>
    </dgm:pt>
    <dgm:pt modelId="{81925DCB-8D39-4C98-993D-71A58E1FAB7F}" type="parTrans" cxnId="{D4F09E0A-80E4-47A5-8CE7-B8351F34D379}">
      <dgm:prSet/>
      <dgm:spPr/>
      <dgm:t>
        <a:bodyPr/>
        <a:lstStyle/>
        <a:p>
          <a:endParaRPr lang="en-US"/>
        </a:p>
      </dgm:t>
    </dgm:pt>
    <dgm:pt modelId="{0456E648-D171-480B-B491-98752C18C1B5}" type="sibTrans" cxnId="{D4F09E0A-80E4-47A5-8CE7-B8351F34D3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CBD38E-9447-4DC9-9E00-D5FF1C64E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Most auto draft features are not always reliable because of unbalanced rosters, not keeping up with current trends, and lack of strategic control.</a:t>
          </a:r>
        </a:p>
      </dgm:t>
    </dgm:pt>
    <dgm:pt modelId="{EFC045BE-378F-43CE-B180-F57F8734924C}" type="parTrans" cxnId="{96E655BB-FC0E-4F03-8565-18C045B0C08C}">
      <dgm:prSet/>
      <dgm:spPr/>
      <dgm:t>
        <a:bodyPr/>
        <a:lstStyle/>
        <a:p>
          <a:endParaRPr lang="en-US"/>
        </a:p>
      </dgm:t>
    </dgm:pt>
    <dgm:pt modelId="{4BA999CC-843A-4949-B6BF-FF5D33CC5C27}" type="sibTrans" cxnId="{96E655BB-FC0E-4F03-8565-18C045B0C0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FE08D3-C769-4A66-8962-C7884D2ABE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application assists people who don’t have a lot of football knowledge or those want some additional research alongside strategic control before choosing their players.</a:t>
          </a:r>
        </a:p>
      </dgm:t>
    </dgm:pt>
    <dgm:pt modelId="{1D184EEA-796F-49A1-AAB2-3F7C965E1827}" type="parTrans" cxnId="{D68A5559-9C62-4CA8-95E6-367C1F6D1008}">
      <dgm:prSet/>
      <dgm:spPr/>
      <dgm:t>
        <a:bodyPr/>
        <a:lstStyle/>
        <a:p>
          <a:endParaRPr lang="en-US"/>
        </a:p>
      </dgm:t>
    </dgm:pt>
    <dgm:pt modelId="{A6408155-6C58-4866-8DFA-ADD2337D757E}" type="sibTrans" cxnId="{D68A5559-9C62-4CA8-95E6-367C1F6D10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7764DC-AC3D-47D6-BEED-32AAC58A8C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The draft information and current player statistics are pulled using Sleeper’s API</a:t>
          </a:r>
        </a:p>
      </dgm:t>
    </dgm:pt>
    <dgm:pt modelId="{221F0ECD-3041-4971-B445-8618CEB7BE32}" type="parTrans" cxnId="{6E631656-9BE0-4A64-87F3-D4869B10161F}">
      <dgm:prSet/>
      <dgm:spPr/>
      <dgm:t>
        <a:bodyPr/>
        <a:lstStyle/>
        <a:p>
          <a:endParaRPr lang="en-US"/>
        </a:p>
      </dgm:t>
    </dgm:pt>
    <dgm:pt modelId="{2678A5E2-6E89-4891-AFBC-015D9DE583FA}" type="sibTrans" cxnId="{6E631656-9BE0-4A64-87F3-D4869B10161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F9EEEF-B2D6-41EF-828B-E3EC59D9A2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model used to process the information and user prompts is Google’s gemini-3.5-flash-lite model</a:t>
          </a:r>
        </a:p>
      </dgm:t>
    </dgm:pt>
    <dgm:pt modelId="{E64CD6CA-3D3A-4D8E-B339-82AE1CD2254F}" type="parTrans" cxnId="{B1CE417C-C9AC-4513-A85C-EDAE68C05BF1}">
      <dgm:prSet/>
      <dgm:spPr/>
      <dgm:t>
        <a:bodyPr/>
        <a:lstStyle/>
        <a:p>
          <a:endParaRPr lang="en-US"/>
        </a:p>
      </dgm:t>
    </dgm:pt>
    <dgm:pt modelId="{6E0B32F4-A2D8-451E-B477-255A7DE0821F}" type="sibTrans" cxnId="{B1CE417C-C9AC-4513-A85C-EDAE68C05B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5303E62-DC5A-416A-96D8-95852C2FD9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GUI interface is implemented using </a:t>
          </a:r>
          <a:r>
            <a:rPr lang="en-US" dirty="0" err="1"/>
            <a:t>Tkinter</a:t>
          </a:r>
          <a:r>
            <a:rPr lang="en-US" dirty="0"/>
            <a:t>.</a:t>
          </a:r>
        </a:p>
      </dgm:t>
    </dgm:pt>
    <dgm:pt modelId="{6C13770A-8F68-4F9E-A7F2-37765C2DCF0C}" type="parTrans" cxnId="{0A5EA635-62E9-41D8-9788-B58F87E3D92D}">
      <dgm:prSet/>
      <dgm:spPr/>
      <dgm:t>
        <a:bodyPr/>
        <a:lstStyle/>
        <a:p>
          <a:endParaRPr lang="en-US"/>
        </a:p>
      </dgm:t>
    </dgm:pt>
    <dgm:pt modelId="{B221E892-E667-425D-BDFE-CEB5CC845035}" type="sibTrans" cxnId="{0A5EA635-62E9-41D8-9788-B58F87E3D92D}">
      <dgm:prSet/>
      <dgm:spPr/>
      <dgm:t>
        <a:bodyPr/>
        <a:lstStyle/>
        <a:p>
          <a:endParaRPr lang="en-US"/>
        </a:p>
      </dgm:t>
    </dgm:pt>
    <dgm:pt modelId="{2A8530F7-4705-433B-8F4C-87424EEDE21F}" type="pres">
      <dgm:prSet presAssocID="{26AEBB85-E21E-45E6-B340-066DB6BBAC11}" presName="root" presStyleCnt="0">
        <dgm:presLayoutVars>
          <dgm:dir/>
          <dgm:resizeHandles val="exact"/>
        </dgm:presLayoutVars>
      </dgm:prSet>
      <dgm:spPr/>
    </dgm:pt>
    <dgm:pt modelId="{ACF86D6B-8668-43C5-B190-49D7F4670203}" type="pres">
      <dgm:prSet presAssocID="{26AEBB85-E21E-45E6-B340-066DB6BBAC11}" presName="container" presStyleCnt="0">
        <dgm:presLayoutVars>
          <dgm:dir/>
          <dgm:resizeHandles val="exact"/>
        </dgm:presLayoutVars>
      </dgm:prSet>
      <dgm:spPr/>
    </dgm:pt>
    <dgm:pt modelId="{A4063307-2CE7-45FF-A7D4-C25EE0E14B90}" type="pres">
      <dgm:prSet presAssocID="{8C6F7B1C-8A41-470A-BBE0-EC9EA631D9D2}" presName="compNode" presStyleCnt="0"/>
      <dgm:spPr/>
    </dgm:pt>
    <dgm:pt modelId="{983A0A1A-6872-4145-B5EA-C0021C4331D0}" type="pres">
      <dgm:prSet presAssocID="{8C6F7B1C-8A41-470A-BBE0-EC9EA631D9D2}" presName="iconBgRect" presStyleLbl="bgShp" presStyleIdx="0" presStyleCnt="6"/>
      <dgm:spPr/>
    </dgm:pt>
    <dgm:pt modelId="{DBDAA6C1-3FA8-4454-8ADC-8A81287DA388}" type="pres">
      <dgm:prSet presAssocID="{8C6F7B1C-8A41-470A-BBE0-EC9EA631D9D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ball"/>
        </a:ext>
      </dgm:extLst>
    </dgm:pt>
    <dgm:pt modelId="{DAE1518A-9713-4259-898F-D188701C8AC9}" type="pres">
      <dgm:prSet presAssocID="{8C6F7B1C-8A41-470A-BBE0-EC9EA631D9D2}" presName="spaceRect" presStyleCnt="0"/>
      <dgm:spPr/>
    </dgm:pt>
    <dgm:pt modelId="{8AA6C080-36FF-4376-80EB-FAA4D6F98E0F}" type="pres">
      <dgm:prSet presAssocID="{8C6F7B1C-8A41-470A-BBE0-EC9EA631D9D2}" presName="textRect" presStyleLbl="revTx" presStyleIdx="0" presStyleCnt="6">
        <dgm:presLayoutVars>
          <dgm:chMax val="1"/>
          <dgm:chPref val="1"/>
        </dgm:presLayoutVars>
      </dgm:prSet>
      <dgm:spPr/>
    </dgm:pt>
    <dgm:pt modelId="{DBDA04BC-0413-48EB-8B04-365BD2BF6708}" type="pres">
      <dgm:prSet presAssocID="{0456E648-D171-480B-B491-98752C18C1B5}" presName="sibTrans" presStyleLbl="sibTrans2D1" presStyleIdx="0" presStyleCnt="0"/>
      <dgm:spPr/>
    </dgm:pt>
    <dgm:pt modelId="{D631457E-E83A-4895-BEBA-40178BF6E733}" type="pres">
      <dgm:prSet presAssocID="{CCCBD38E-9447-4DC9-9E00-D5FF1C64E5EC}" presName="compNode" presStyleCnt="0"/>
      <dgm:spPr/>
    </dgm:pt>
    <dgm:pt modelId="{F1945543-645C-4502-8E28-1060248AC8E8}" type="pres">
      <dgm:prSet presAssocID="{CCCBD38E-9447-4DC9-9E00-D5FF1C64E5EC}" presName="iconBgRect" presStyleLbl="bgShp" presStyleIdx="1" presStyleCnt="6"/>
      <dgm:spPr/>
    </dgm:pt>
    <dgm:pt modelId="{AF0FC26B-4244-4915-8C59-35DA7946AF7F}" type="pres">
      <dgm:prSet presAssocID="{CCCBD38E-9447-4DC9-9E00-D5FF1C64E5E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EE471197-D17A-489B-BC7F-CBB61332F348}" type="pres">
      <dgm:prSet presAssocID="{CCCBD38E-9447-4DC9-9E00-D5FF1C64E5EC}" presName="spaceRect" presStyleCnt="0"/>
      <dgm:spPr/>
    </dgm:pt>
    <dgm:pt modelId="{1B5BC575-9ED8-4B52-8B16-1526911CC292}" type="pres">
      <dgm:prSet presAssocID="{CCCBD38E-9447-4DC9-9E00-D5FF1C64E5EC}" presName="textRect" presStyleLbl="revTx" presStyleIdx="1" presStyleCnt="6">
        <dgm:presLayoutVars>
          <dgm:chMax val="1"/>
          <dgm:chPref val="1"/>
        </dgm:presLayoutVars>
      </dgm:prSet>
      <dgm:spPr/>
    </dgm:pt>
    <dgm:pt modelId="{6B7DEF27-1DEB-4A37-8872-3BA343DE816D}" type="pres">
      <dgm:prSet presAssocID="{4BA999CC-843A-4949-B6BF-FF5D33CC5C27}" presName="sibTrans" presStyleLbl="sibTrans2D1" presStyleIdx="0" presStyleCnt="0"/>
      <dgm:spPr/>
    </dgm:pt>
    <dgm:pt modelId="{15AFA95D-1B91-4579-8815-C5090E190EEC}" type="pres">
      <dgm:prSet presAssocID="{16FE08D3-C769-4A66-8962-C7884D2ABEFD}" presName="compNode" presStyleCnt="0"/>
      <dgm:spPr/>
    </dgm:pt>
    <dgm:pt modelId="{2EE91398-0633-45A3-B060-F4BC0DABA38B}" type="pres">
      <dgm:prSet presAssocID="{16FE08D3-C769-4A66-8962-C7884D2ABEFD}" presName="iconBgRect" presStyleLbl="bgShp" presStyleIdx="2" presStyleCnt="6"/>
      <dgm:spPr/>
    </dgm:pt>
    <dgm:pt modelId="{D9936A61-879F-401B-B68B-CB37D080047D}" type="pres">
      <dgm:prSet presAssocID="{16FE08D3-C769-4A66-8962-C7884D2ABEF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8DC300F-5040-42D4-9A7D-D9AF04586DE5}" type="pres">
      <dgm:prSet presAssocID="{16FE08D3-C769-4A66-8962-C7884D2ABEFD}" presName="spaceRect" presStyleCnt="0"/>
      <dgm:spPr/>
    </dgm:pt>
    <dgm:pt modelId="{7C1C4A97-6F3A-4B71-B6CF-BA632AEA8A71}" type="pres">
      <dgm:prSet presAssocID="{16FE08D3-C769-4A66-8962-C7884D2ABEFD}" presName="textRect" presStyleLbl="revTx" presStyleIdx="2" presStyleCnt="6">
        <dgm:presLayoutVars>
          <dgm:chMax val="1"/>
          <dgm:chPref val="1"/>
        </dgm:presLayoutVars>
      </dgm:prSet>
      <dgm:spPr/>
    </dgm:pt>
    <dgm:pt modelId="{474D5677-4F2F-4F64-9A07-CC2F0C686045}" type="pres">
      <dgm:prSet presAssocID="{A6408155-6C58-4866-8DFA-ADD2337D757E}" presName="sibTrans" presStyleLbl="sibTrans2D1" presStyleIdx="0" presStyleCnt="0"/>
      <dgm:spPr/>
    </dgm:pt>
    <dgm:pt modelId="{008D917E-0342-4796-BD02-3382CDA1364B}" type="pres">
      <dgm:prSet presAssocID="{267764DC-AC3D-47D6-BEED-32AAC58A8CB6}" presName="compNode" presStyleCnt="0"/>
      <dgm:spPr/>
    </dgm:pt>
    <dgm:pt modelId="{BE896F15-F7F1-4E3A-8DEF-A2DA60D4C7BD}" type="pres">
      <dgm:prSet presAssocID="{267764DC-AC3D-47D6-BEED-32AAC58A8CB6}" presName="iconBgRect" presStyleLbl="bgShp" presStyleIdx="3" presStyleCnt="6"/>
      <dgm:spPr/>
    </dgm:pt>
    <dgm:pt modelId="{440A79F9-207C-4D19-A922-6B84E732092E}" type="pres">
      <dgm:prSet presAssocID="{267764DC-AC3D-47D6-BEED-32AAC58A8CB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9C6074E-7B5D-4CAB-8E9C-55EF21D5351B}" type="pres">
      <dgm:prSet presAssocID="{267764DC-AC3D-47D6-BEED-32AAC58A8CB6}" presName="spaceRect" presStyleCnt="0"/>
      <dgm:spPr/>
    </dgm:pt>
    <dgm:pt modelId="{960A5B6D-5F5F-46A9-B296-B02684F92974}" type="pres">
      <dgm:prSet presAssocID="{267764DC-AC3D-47D6-BEED-32AAC58A8CB6}" presName="textRect" presStyleLbl="revTx" presStyleIdx="3" presStyleCnt="6">
        <dgm:presLayoutVars>
          <dgm:chMax val="1"/>
          <dgm:chPref val="1"/>
        </dgm:presLayoutVars>
      </dgm:prSet>
      <dgm:spPr/>
    </dgm:pt>
    <dgm:pt modelId="{76E1EDB7-56A7-4246-BD6D-3E24D39748E9}" type="pres">
      <dgm:prSet presAssocID="{2678A5E2-6E89-4891-AFBC-015D9DE583FA}" presName="sibTrans" presStyleLbl="sibTrans2D1" presStyleIdx="0" presStyleCnt="0"/>
      <dgm:spPr/>
    </dgm:pt>
    <dgm:pt modelId="{BB0F3B5A-DB99-4A66-A40B-8DD83F4BBD0B}" type="pres">
      <dgm:prSet presAssocID="{ACF9EEEF-B2D6-41EF-828B-E3EC59D9A22C}" presName="compNode" presStyleCnt="0"/>
      <dgm:spPr/>
    </dgm:pt>
    <dgm:pt modelId="{AC6BBB8A-F057-4BD8-9A99-9C5A68FF6A1A}" type="pres">
      <dgm:prSet presAssocID="{ACF9EEEF-B2D6-41EF-828B-E3EC59D9A22C}" presName="iconBgRect" presStyleLbl="bgShp" presStyleIdx="4" presStyleCnt="6"/>
      <dgm:spPr/>
    </dgm:pt>
    <dgm:pt modelId="{7D588F8C-F37D-4EE8-95F5-1A5169478EB3}" type="pres">
      <dgm:prSet presAssocID="{ACF9EEEF-B2D6-41EF-828B-E3EC59D9A22C}" presName="iconRect" presStyleLbl="nod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mond Suit with solid fill"/>
        </a:ext>
      </dgm:extLst>
    </dgm:pt>
    <dgm:pt modelId="{6CB6AAD4-F87B-4ADE-B006-8BAABFA82EB2}" type="pres">
      <dgm:prSet presAssocID="{ACF9EEEF-B2D6-41EF-828B-E3EC59D9A22C}" presName="spaceRect" presStyleCnt="0"/>
      <dgm:spPr/>
    </dgm:pt>
    <dgm:pt modelId="{FC455550-2F7C-4439-83A3-C472C906CB18}" type="pres">
      <dgm:prSet presAssocID="{ACF9EEEF-B2D6-41EF-828B-E3EC59D9A22C}" presName="textRect" presStyleLbl="revTx" presStyleIdx="4" presStyleCnt="6">
        <dgm:presLayoutVars>
          <dgm:chMax val="1"/>
          <dgm:chPref val="1"/>
        </dgm:presLayoutVars>
      </dgm:prSet>
      <dgm:spPr/>
    </dgm:pt>
    <dgm:pt modelId="{B029593B-E499-430C-91C7-A23CC0ACF3FD}" type="pres">
      <dgm:prSet presAssocID="{6E0B32F4-A2D8-451E-B477-255A7DE0821F}" presName="sibTrans" presStyleLbl="sibTrans2D1" presStyleIdx="0" presStyleCnt="0"/>
      <dgm:spPr/>
    </dgm:pt>
    <dgm:pt modelId="{28843C4D-03C9-4351-B437-B7CA3E532513}" type="pres">
      <dgm:prSet presAssocID="{05303E62-DC5A-416A-96D8-95852C2FD9EC}" presName="compNode" presStyleCnt="0"/>
      <dgm:spPr/>
    </dgm:pt>
    <dgm:pt modelId="{9A0D9130-D151-4C40-87E1-7C3DFA577AFD}" type="pres">
      <dgm:prSet presAssocID="{05303E62-DC5A-416A-96D8-95852C2FD9EC}" presName="iconBgRect" presStyleLbl="bgShp" presStyleIdx="5" presStyleCnt="6"/>
      <dgm:spPr/>
    </dgm:pt>
    <dgm:pt modelId="{03411318-E1A3-42B9-A695-A4CC0A03A4AD}" type="pres">
      <dgm:prSet presAssocID="{05303E62-DC5A-416A-96D8-95852C2FD9EC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18A66B07-F011-4255-9A84-99F9162C3D06}" type="pres">
      <dgm:prSet presAssocID="{05303E62-DC5A-416A-96D8-95852C2FD9EC}" presName="spaceRect" presStyleCnt="0"/>
      <dgm:spPr/>
    </dgm:pt>
    <dgm:pt modelId="{7E5768E2-E931-4FDC-9293-DF9718AEA84E}" type="pres">
      <dgm:prSet presAssocID="{05303E62-DC5A-416A-96D8-95852C2FD9E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CFF0F06-8DAA-4079-BAF1-A6DBF36AA75A}" type="presOf" srcId="{4BA999CC-843A-4949-B6BF-FF5D33CC5C27}" destId="{6B7DEF27-1DEB-4A37-8872-3BA343DE816D}" srcOrd="0" destOrd="0" presId="urn:microsoft.com/office/officeart/2018/2/layout/IconCircleList"/>
    <dgm:cxn modelId="{D4F09E0A-80E4-47A5-8CE7-B8351F34D379}" srcId="{26AEBB85-E21E-45E6-B340-066DB6BBAC11}" destId="{8C6F7B1C-8A41-470A-BBE0-EC9EA631D9D2}" srcOrd="0" destOrd="0" parTransId="{81925DCB-8D39-4C98-993D-71A58E1FAB7F}" sibTransId="{0456E648-D171-480B-B491-98752C18C1B5}"/>
    <dgm:cxn modelId="{0A5EA635-62E9-41D8-9788-B58F87E3D92D}" srcId="{26AEBB85-E21E-45E6-B340-066DB6BBAC11}" destId="{05303E62-DC5A-416A-96D8-95852C2FD9EC}" srcOrd="5" destOrd="0" parTransId="{6C13770A-8F68-4F9E-A7F2-37765C2DCF0C}" sibTransId="{B221E892-E667-425D-BDFE-CEB5CC845035}"/>
    <dgm:cxn modelId="{28555B5C-7B34-4786-9143-7581D7E2D781}" type="presOf" srcId="{26AEBB85-E21E-45E6-B340-066DB6BBAC11}" destId="{2A8530F7-4705-433B-8F4C-87424EEDE21F}" srcOrd="0" destOrd="0" presId="urn:microsoft.com/office/officeart/2018/2/layout/IconCircleList"/>
    <dgm:cxn modelId="{B0C74F65-FA29-4803-8BF6-EFC58B821ABB}" type="presOf" srcId="{267764DC-AC3D-47D6-BEED-32AAC58A8CB6}" destId="{960A5B6D-5F5F-46A9-B296-B02684F92974}" srcOrd="0" destOrd="0" presId="urn:microsoft.com/office/officeart/2018/2/layout/IconCircleList"/>
    <dgm:cxn modelId="{E9ACC568-1642-4CC0-B734-0F414C3053CB}" type="presOf" srcId="{8C6F7B1C-8A41-470A-BBE0-EC9EA631D9D2}" destId="{8AA6C080-36FF-4376-80EB-FAA4D6F98E0F}" srcOrd="0" destOrd="0" presId="urn:microsoft.com/office/officeart/2018/2/layout/IconCircleList"/>
    <dgm:cxn modelId="{6A80CC70-88A5-4AD7-9078-ACC786A7007B}" type="presOf" srcId="{A6408155-6C58-4866-8DFA-ADD2337D757E}" destId="{474D5677-4F2F-4F64-9A07-CC2F0C686045}" srcOrd="0" destOrd="0" presId="urn:microsoft.com/office/officeart/2018/2/layout/IconCircleList"/>
    <dgm:cxn modelId="{E3A31254-F199-4E60-BC16-3E0024107953}" type="presOf" srcId="{ACF9EEEF-B2D6-41EF-828B-E3EC59D9A22C}" destId="{FC455550-2F7C-4439-83A3-C472C906CB18}" srcOrd="0" destOrd="0" presId="urn:microsoft.com/office/officeart/2018/2/layout/IconCircleList"/>
    <dgm:cxn modelId="{6E631656-9BE0-4A64-87F3-D4869B10161F}" srcId="{26AEBB85-E21E-45E6-B340-066DB6BBAC11}" destId="{267764DC-AC3D-47D6-BEED-32AAC58A8CB6}" srcOrd="3" destOrd="0" parTransId="{221F0ECD-3041-4971-B445-8618CEB7BE32}" sibTransId="{2678A5E2-6E89-4891-AFBC-015D9DE583FA}"/>
    <dgm:cxn modelId="{6D154957-9863-4B06-9689-55AF052B0949}" type="presOf" srcId="{16FE08D3-C769-4A66-8962-C7884D2ABEFD}" destId="{7C1C4A97-6F3A-4B71-B6CF-BA632AEA8A71}" srcOrd="0" destOrd="0" presId="urn:microsoft.com/office/officeart/2018/2/layout/IconCircleList"/>
    <dgm:cxn modelId="{D68A5559-9C62-4CA8-95E6-367C1F6D1008}" srcId="{26AEBB85-E21E-45E6-B340-066DB6BBAC11}" destId="{16FE08D3-C769-4A66-8962-C7884D2ABEFD}" srcOrd="2" destOrd="0" parTransId="{1D184EEA-796F-49A1-AAB2-3F7C965E1827}" sibTransId="{A6408155-6C58-4866-8DFA-ADD2337D757E}"/>
    <dgm:cxn modelId="{B1CE417C-C9AC-4513-A85C-EDAE68C05BF1}" srcId="{26AEBB85-E21E-45E6-B340-066DB6BBAC11}" destId="{ACF9EEEF-B2D6-41EF-828B-E3EC59D9A22C}" srcOrd="4" destOrd="0" parTransId="{E64CD6CA-3D3A-4D8E-B339-82AE1CD2254F}" sibTransId="{6E0B32F4-A2D8-451E-B477-255A7DE0821F}"/>
    <dgm:cxn modelId="{574C3B8B-D81C-44F0-964C-DBE801062DF9}" type="presOf" srcId="{0456E648-D171-480B-B491-98752C18C1B5}" destId="{DBDA04BC-0413-48EB-8B04-365BD2BF6708}" srcOrd="0" destOrd="0" presId="urn:microsoft.com/office/officeart/2018/2/layout/IconCircleList"/>
    <dgm:cxn modelId="{0F3E1AAC-637B-4EC0-BF82-EDF52EF546B8}" type="presOf" srcId="{6E0B32F4-A2D8-451E-B477-255A7DE0821F}" destId="{B029593B-E499-430C-91C7-A23CC0ACF3FD}" srcOrd="0" destOrd="0" presId="urn:microsoft.com/office/officeart/2018/2/layout/IconCircleList"/>
    <dgm:cxn modelId="{96E655BB-FC0E-4F03-8565-18C045B0C08C}" srcId="{26AEBB85-E21E-45E6-B340-066DB6BBAC11}" destId="{CCCBD38E-9447-4DC9-9E00-D5FF1C64E5EC}" srcOrd="1" destOrd="0" parTransId="{EFC045BE-378F-43CE-B180-F57F8734924C}" sibTransId="{4BA999CC-843A-4949-B6BF-FF5D33CC5C27}"/>
    <dgm:cxn modelId="{27F65ED4-8066-4001-933C-B36F5A309A6F}" type="presOf" srcId="{CCCBD38E-9447-4DC9-9E00-D5FF1C64E5EC}" destId="{1B5BC575-9ED8-4B52-8B16-1526911CC292}" srcOrd="0" destOrd="0" presId="urn:microsoft.com/office/officeart/2018/2/layout/IconCircleList"/>
    <dgm:cxn modelId="{D19A7AF4-E590-4FFF-B9D2-45F0A2B554FC}" type="presOf" srcId="{2678A5E2-6E89-4891-AFBC-015D9DE583FA}" destId="{76E1EDB7-56A7-4246-BD6D-3E24D39748E9}" srcOrd="0" destOrd="0" presId="urn:microsoft.com/office/officeart/2018/2/layout/IconCircleList"/>
    <dgm:cxn modelId="{8CDBD5FC-55E3-4934-AC83-DFB3B0FE29B7}" type="presOf" srcId="{05303E62-DC5A-416A-96D8-95852C2FD9EC}" destId="{7E5768E2-E931-4FDC-9293-DF9718AEA84E}" srcOrd="0" destOrd="0" presId="urn:microsoft.com/office/officeart/2018/2/layout/IconCircleList"/>
    <dgm:cxn modelId="{A9A6BA74-5D4D-4E97-A6F0-67AF68452297}" type="presParOf" srcId="{2A8530F7-4705-433B-8F4C-87424EEDE21F}" destId="{ACF86D6B-8668-43C5-B190-49D7F4670203}" srcOrd="0" destOrd="0" presId="urn:microsoft.com/office/officeart/2018/2/layout/IconCircleList"/>
    <dgm:cxn modelId="{22E2ED7A-5F0E-43DD-A9FF-58192C8875C5}" type="presParOf" srcId="{ACF86D6B-8668-43C5-B190-49D7F4670203}" destId="{A4063307-2CE7-45FF-A7D4-C25EE0E14B90}" srcOrd="0" destOrd="0" presId="urn:microsoft.com/office/officeart/2018/2/layout/IconCircleList"/>
    <dgm:cxn modelId="{63E26901-6708-446F-A11C-6D48E666A8E5}" type="presParOf" srcId="{A4063307-2CE7-45FF-A7D4-C25EE0E14B90}" destId="{983A0A1A-6872-4145-B5EA-C0021C4331D0}" srcOrd="0" destOrd="0" presId="urn:microsoft.com/office/officeart/2018/2/layout/IconCircleList"/>
    <dgm:cxn modelId="{0A3806FE-BF87-4A7D-8087-C59172FA0FA6}" type="presParOf" srcId="{A4063307-2CE7-45FF-A7D4-C25EE0E14B90}" destId="{DBDAA6C1-3FA8-4454-8ADC-8A81287DA388}" srcOrd="1" destOrd="0" presId="urn:microsoft.com/office/officeart/2018/2/layout/IconCircleList"/>
    <dgm:cxn modelId="{A6D4019D-9F3A-4769-81D4-56B72747D080}" type="presParOf" srcId="{A4063307-2CE7-45FF-A7D4-C25EE0E14B90}" destId="{DAE1518A-9713-4259-898F-D188701C8AC9}" srcOrd="2" destOrd="0" presId="urn:microsoft.com/office/officeart/2018/2/layout/IconCircleList"/>
    <dgm:cxn modelId="{CCDF5C93-F076-49E4-913A-C54700CEB09D}" type="presParOf" srcId="{A4063307-2CE7-45FF-A7D4-C25EE0E14B90}" destId="{8AA6C080-36FF-4376-80EB-FAA4D6F98E0F}" srcOrd="3" destOrd="0" presId="urn:microsoft.com/office/officeart/2018/2/layout/IconCircleList"/>
    <dgm:cxn modelId="{2437B84E-3C05-47D5-B555-7DF94169DF94}" type="presParOf" srcId="{ACF86D6B-8668-43C5-B190-49D7F4670203}" destId="{DBDA04BC-0413-48EB-8B04-365BD2BF6708}" srcOrd="1" destOrd="0" presId="urn:microsoft.com/office/officeart/2018/2/layout/IconCircleList"/>
    <dgm:cxn modelId="{F02722D8-A3C9-492D-ADF6-B2293B7AE996}" type="presParOf" srcId="{ACF86D6B-8668-43C5-B190-49D7F4670203}" destId="{D631457E-E83A-4895-BEBA-40178BF6E733}" srcOrd="2" destOrd="0" presId="urn:microsoft.com/office/officeart/2018/2/layout/IconCircleList"/>
    <dgm:cxn modelId="{96EBCACC-C22B-456D-961A-1D750A2B1E10}" type="presParOf" srcId="{D631457E-E83A-4895-BEBA-40178BF6E733}" destId="{F1945543-645C-4502-8E28-1060248AC8E8}" srcOrd="0" destOrd="0" presId="urn:microsoft.com/office/officeart/2018/2/layout/IconCircleList"/>
    <dgm:cxn modelId="{7553175F-9D1C-4CCA-A88D-447E3D9CDC1E}" type="presParOf" srcId="{D631457E-E83A-4895-BEBA-40178BF6E733}" destId="{AF0FC26B-4244-4915-8C59-35DA7946AF7F}" srcOrd="1" destOrd="0" presId="urn:microsoft.com/office/officeart/2018/2/layout/IconCircleList"/>
    <dgm:cxn modelId="{BB06CA57-38FE-4474-B585-BDD63E6B458A}" type="presParOf" srcId="{D631457E-E83A-4895-BEBA-40178BF6E733}" destId="{EE471197-D17A-489B-BC7F-CBB61332F348}" srcOrd="2" destOrd="0" presId="urn:microsoft.com/office/officeart/2018/2/layout/IconCircleList"/>
    <dgm:cxn modelId="{6DFFB62D-C23D-45A5-AA7E-857F81BD7F17}" type="presParOf" srcId="{D631457E-E83A-4895-BEBA-40178BF6E733}" destId="{1B5BC575-9ED8-4B52-8B16-1526911CC292}" srcOrd="3" destOrd="0" presId="urn:microsoft.com/office/officeart/2018/2/layout/IconCircleList"/>
    <dgm:cxn modelId="{66010201-4116-4FBD-9861-5FF1EC832E20}" type="presParOf" srcId="{ACF86D6B-8668-43C5-B190-49D7F4670203}" destId="{6B7DEF27-1DEB-4A37-8872-3BA343DE816D}" srcOrd="3" destOrd="0" presId="urn:microsoft.com/office/officeart/2018/2/layout/IconCircleList"/>
    <dgm:cxn modelId="{7010371D-E975-4A0D-91BA-1F2766D464B2}" type="presParOf" srcId="{ACF86D6B-8668-43C5-B190-49D7F4670203}" destId="{15AFA95D-1B91-4579-8815-C5090E190EEC}" srcOrd="4" destOrd="0" presId="urn:microsoft.com/office/officeart/2018/2/layout/IconCircleList"/>
    <dgm:cxn modelId="{9C6FAFB6-3F42-446B-9443-0B5C605A1927}" type="presParOf" srcId="{15AFA95D-1B91-4579-8815-C5090E190EEC}" destId="{2EE91398-0633-45A3-B060-F4BC0DABA38B}" srcOrd="0" destOrd="0" presId="urn:microsoft.com/office/officeart/2018/2/layout/IconCircleList"/>
    <dgm:cxn modelId="{5A49D1BA-615E-4412-9604-58A7B98EB91C}" type="presParOf" srcId="{15AFA95D-1B91-4579-8815-C5090E190EEC}" destId="{D9936A61-879F-401B-B68B-CB37D080047D}" srcOrd="1" destOrd="0" presId="urn:microsoft.com/office/officeart/2018/2/layout/IconCircleList"/>
    <dgm:cxn modelId="{8BE9E1AD-9BFC-4444-ADD7-B09540A6AAC5}" type="presParOf" srcId="{15AFA95D-1B91-4579-8815-C5090E190EEC}" destId="{D8DC300F-5040-42D4-9A7D-D9AF04586DE5}" srcOrd="2" destOrd="0" presId="urn:microsoft.com/office/officeart/2018/2/layout/IconCircleList"/>
    <dgm:cxn modelId="{20627B65-C989-4F19-B352-4D5D367B4247}" type="presParOf" srcId="{15AFA95D-1B91-4579-8815-C5090E190EEC}" destId="{7C1C4A97-6F3A-4B71-B6CF-BA632AEA8A71}" srcOrd="3" destOrd="0" presId="urn:microsoft.com/office/officeart/2018/2/layout/IconCircleList"/>
    <dgm:cxn modelId="{D76B2D89-9F71-4174-B1BA-F10FA3C6D524}" type="presParOf" srcId="{ACF86D6B-8668-43C5-B190-49D7F4670203}" destId="{474D5677-4F2F-4F64-9A07-CC2F0C686045}" srcOrd="5" destOrd="0" presId="urn:microsoft.com/office/officeart/2018/2/layout/IconCircleList"/>
    <dgm:cxn modelId="{9756129C-8432-487B-903C-D6F658D337FA}" type="presParOf" srcId="{ACF86D6B-8668-43C5-B190-49D7F4670203}" destId="{008D917E-0342-4796-BD02-3382CDA1364B}" srcOrd="6" destOrd="0" presId="urn:microsoft.com/office/officeart/2018/2/layout/IconCircleList"/>
    <dgm:cxn modelId="{48DC3E27-4F68-4229-8DBE-FCC418A85F13}" type="presParOf" srcId="{008D917E-0342-4796-BD02-3382CDA1364B}" destId="{BE896F15-F7F1-4E3A-8DEF-A2DA60D4C7BD}" srcOrd="0" destOrd="0" presId="urn:microsoft.com/office/officeart/2018/2/layout/IconCircleList"/>
    <dgm:cxn modelId="{2BF3560B-3A32-4EB5-B963-273FF869B4BC}" type="presParOf" srcId="{008D917E-0342-4796-BD02-3382CDA1364B}" destId="{440A79F9-207C-4D19-A922-6B84E732092E}" srcOrd="1" destOrd="0" presId="urn:microsoft.com/office/officeart/2018/2/layout/IconCircleList"/>
    <dgm:cxn modelId="{124FEA64-D6AA-4A40-829B-4AC4304FDC7C}" type="presParOf" srcId="{008D917E-0342-4796-BD02-3382CDA1364B}" destId="{49C6074E-7B5D-4CAB-8E9C-55EF21D5351B}" srcOrd="2" destOrd="0" presId="urn:microsoft.com/office/officeart/2018/2/layout/IconCircleList"/>
    <dgm:cxn modelId="{324E2F93-E28C-42FC-A093-BEFA0411357F}" type="presParOf" srcId="{008D917E-0342-4796-BD02-3382CDA1364B}" destId="{960A5B6D-5F5F-46A9-B296-B02684F92974}" srcOrd="3" destOrd="0" presId="urn:microsoft.com/office/officeart/2018/2/layout/IconCircleList"/>
    <dgm:cxn modelId="{85DEEC53-0345-4A0C-A5FA-BF61E5A0AB56}" type="presParOf" srcId="{ACF86D6B-8668-43C5-B190-49D7F4670203}" destId="{76E1EDB7-56A7-4246-BD6D-3E24D39748E9}" srcOrd="7" destOrd="0" presId="urn:microsoft.com/office/officeart/2018/2/layout/IconCircleList"/>
    <dgm:cxn modelId="{1A5037AF-FD2E-4D88-89AE-367E1F0F2B95}" type="presParOf" srcId="{ACF86D6B-8668-43C5-B190-49D7F4670203}" destId="{BB0F3B5A-DB99-4A66-A40B-8DD83F4BBD0B}" srcOrd="8" destOrd="0" presId="urn:microsoft.com/office/officeart/2018/2/layout/IconCircleList"/>
    <dgm:cxn modelId="{6E291A46-641A-46C9-8903-483A596154C2}" type="presParOf" srcId="{BB0F3B5A-DB99-4A66-A40B-8DD83F4BBD0B}" destId="{AC6BBB8A-F057-4BD8-9A99-9C5A68FF6A1A}" srcOrd="0" destOrd="0" presId="urn:microsoft.com/office/officeart/2018/2/layout/IconCircleList"/>
    <dgm:cxn modelId="{E402950E-0B39-4F8A-9C50-C6C30C3A9E42}" type="presParOf" srcId="{BB0F3B5A-DB99-4A66-A40B-8DD83F4BBD0B}" destId="{7D588F8C-F37D-4EE8-95F5-1A5169478EB3}" srcOrd="1" destOrd="0" presId="urn:microsoft.com/office/officeart/2018/2/layout/IconCircleList"/>
    <dgm:cxn modelId="{D750C7E4-7A5B-4C8C-BF22-1066C193DE98}" type="presParOf" srcId="{BB0F3B5A-DB99-4A66-A40B-8DD83F4BBD0B}" destId="{6CB6AAD4-F87B-4ADE-B006-8BAABFA82EB2}" srcOrd="2" destOrd="0" presId="urn:microsoft.com/office/officeart/2018/2/layout/IconCircleList"/>
    <dgm:cxn modelId="{416F20DF-D97B-4F2E-A90F-6522F7F2C415}" type="presParOf" srcId="{BB0F3B5A-DB99-4A66-A40B-8DD83F4BBD0B}" destId="{FC455550-2F7C-4439-83A3-C472C906CB18}" srcOrd="3" destOrd="0" presId="urn:microsoft.com/office/officeart/2018/2/layout/IconCircleList"/>
    <dgm:cxn modelId="{4A656416-AA3C-4EBB-9B24-214D0898D617}" type="presParOf" srcId="{ACF86D6B-8668-43C5-B190-49D7F4670203}" destId="{B029593B-E499-430C-91C7-A23CC0ACF3FD}" srcOrd="9" destOrd="0" presId="urn:microsoft.com/office/officeart/2018/2/layout/IconCircleList"/>
    <dgm:cxn modelId="{D3DAF9B6-EDA1-46DA-B5A5-A28D230E86B9}" type="presParOf" srcId="{ACF86D6B-8668-43C5-B190-49D7F4670203}" destId="{28843C4D-03C9-4351-B437-B7CA3E532513}" srcOrd="10" destOrd="0" presId="urn:microsoft.com/office/officeart/2018/2/layout/IconCircleList"/>
    <dgm:cxn modelId="{0A1CA572-FA1B-46DF-A8F7-B0F584326006}" type="presParOf" srcId="{28843C4D-03C9-4351-B437-B7CA3E532513}" destId="{9A0D9130-D151-4C40-87E1-7C3DFA577AFD}" srcOrd="0" destOrd="0" presId="urn:microsoft.com/office/officeart/2018/2/layout/IconCircleList"/>
    <dgm:cxn modelId="{230CE140-519E-4A82-A642-4D074360107E}" type="presParOf" srcId="{28843C4D-03C9-4351-B437-B7CA3E532513}" destId="{03411318-E1A3-42B9-A695-A4CC0A03A4AD}" srcOrd="1" destOrd="0" presId="urn:microsoft.com/office/officeart/2018/2/layout/IconCircleList"/>
    <dgm:cxn modelId="{2B81A234-9DF0-4435-9169-D08B87AC5830}" type="presParOf" srcId="{28843C4D-03C9-4351-B437-B7CA3E532513}" destId="{18A66B07-F011-4255-9A84-99F9162C3D06}" srcOrd="2" destOrd="0" presId="urn:microsoft.com/office/officeart/2018/2/layout/IconCircleList"/>
    <dgm:cxn modelId="{8C047897-DFCA-458A-93F2-2C43FE9E83C6}" type="presParOf" srcId="{28843C4D-03C9-4351-B437-B7CA3E532513}" destId="{7E5768E2-E931-4FDC-9293-DF9718AEA84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5C4A7D-BB8A-450B-A002-1B590C1FE3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C4B4745-4F8F-4A70-A8C3-D16EA78AC2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began by setting up a project in Google’s ai studio and getting an API key.</a:t>
          </a:r>
        </a:p>
      </dgm:t>
    </dgm:pt>
    <dgm:pt modelId="{420D3389-953F-4010-BA0A-0376F3EEF278}" type="parTrans" cxnId="{8572CB93-86C0-463C-9578-CBD3FEBABB9B}">
      <dgm:prSet/>
      <dgm:spPr/>
      <dgm:t>
        <a:bodyPr/>
        <a:lstStyle/>
        <a:p>
          <a:endParaRPr lang="en-US"/>
        </a:p>
      </dgm:t>
    </dgm:pt>
    <dgm:pt modelId="{D82C96FB-AD63-440B-A9A3-12BA45E767DA}" type="sibTrans" cxnId="{8572CB93-86C0-463C-9578-CBD3FEBABB9B}">
      <dgm:prSet/>
      <dgm:spPr/>
      <dgm:t>
        <a:bodyPr/>
        <a:lstStyle/>
        <a:p>
          <a:endParaRPr lang="en-US"/>
        </a:p>
      </dgm:t>
    </dgm:pt>
    <dgm:pt modelId="{AFDD51F2-880D-4AE4-9DF1-FAC4C0CDD7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landed upon using Gemini 3.5 Flash Lite due to its free high tokens per minute and strong thinking capabilities.</a:t>
          </a:r>
        </a:p>
      </dgm:t>
    </dgm:pt>
    <dgm:pt modelId="{974FD364-AC6A-4142-9D97-4BD743C2FBFA}" type="parTrans" cxnId="{AB6BD127-2925-42D9-A472-189FC2EBBDFC}">
      <dgm:prSet/>
      <dgm:spPr/>
      <dgm:t>
        <a:bodyPr/>
        <a:lstStyle/>
        <a:p>
          <a:endParaRPr lang="en-US"/>
        </a:p>
      </dgm:t>
    </dgm:pt>
    <dgm:pt modelId="{7AF2DC51-C7D6-4CE6-8B06-2C47872E47AE}" type="sibTrans" cxnId="{AB6BD127-2925-42D9-A472-189FC2EBBDFC}">
      <dgm:prSet/>
      <dgm:spPr/>
      <dgm:t>
        <a:bodyPr/>
        <a:lstStyle/>
        <a:p>
          <a:endParaRPr lang="en-US"/>
        </a:p>
      </dgm:t>
    </dgm:pt>
    <dgm:pt modelId="{C98A6488-3F19-41BB-939D-0B3EAEA83F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Sleeper API is a read-only API which gives league, draft, user, and player information.</a:t>
          </a:r>
        </a:p>
      </dgm:t>
    </dgm:pt>
    <dgm:pt modelId="{3A037EF1-EA3E-4088-B2E2-4018124D5889}" type="parTrans" cxnId="{A3CBF059-65B8-44E2-B59E-4270D37A839D}">
      <dgm:prSet/>
      <dgm:spPr/>
      <dgm:t>
        <a:bodyPr/>
        <a:lstStyle/>
        <a:p>
          <a:endParaRPr lang="en-US"/>
        </a:p>
      </dgm:t>
    </dgm:pt>
    <dgm:pt modelId="{96F6F0C9-DBE5-49D4-BEB9-8FA2378BA153}" type="sibTrans" cxnId="{A3CBF059-65B8-44E2-B59E-4270D37A839D}">
      <dgm:prSet/>
      <dgm:spPr/>
      <dgm:t>
        <a:bodyPr/>
        <a:lstStyle/>
        <a:p>
          <a:endParaRPr lang="en-US"/>
        </a:p>
      </dgm:t>
    </dgm:pt>
    <dgm:pt modelId="{AABAA746-4864-478D-841A-E0EF862903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Sleeper allows for up to 1,000 requests per minute which allows us to keep our application constantly up to date with the current draft</a:t>
          </a:r>
        </a:p>
      </dgm:t>
    </dgm:pt>
    <dgm:pt modelId="{714AC88C-9B84-41E7-92F3-A35B5206424D}" type="parTrans" cxnId="{916CBDEA-8C11-42CC-80B2-BF3AC9C3A298}">
      <dgm:prSet/>
      <dgm:spPr/>
      <dgm:t>
        <a:bodyPr/>
        <a:lstStyle/>
        <a:p>
          <a:endParaRPr lang="en-US"/>
        </a:p>
      </dgm:t>
    </dgm:pt>
    <dgm:pt modelId="{0CA36203-9AAC-425A-9601-61E8D2717EFE}" type="sibTrans" cxnId="{916CBDEA-8C11-42CC-80B2-BF3AC9C3A298}">
      <dgm:prSet/>
      <dgm:spPr/>
      <dgm:t>
        <a:bodyPr/>
        <a:lstStyle/>
        <a:p>
          <a:endParaRPr lang="en-US"/>
        </a:p>
      </dgm:t>
    </dgm:pt>
    <dgm:pt modelId="{F0268673-75DF-4251-AC82-7D6BA8CD4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Claude was used for the development of the front-end interface</a:t>
          </a:r>
        </a:p>
      </dgm:t>
    </dgm:pt>
    <dgm:pt modelId="{F0C42245-E3B1-4F51-B465-AAAED5C34A46}" type="parTrans" cxnId="{F7B05A1D-EAB9-462A-BBB8-FEDF4762230A}">
      <dgm:prSet/>
      <dgm:spPr/>
      <dgm:t>
        <a:bodyPr/>
        <a:lstStyle/>
        <a:p>
          <a:endParaRPr lang="en-US"/>
        </a:p>
      </dgm:t>
    </dgm:pt>
    <dgm:pt modelId="{596207DC-8565-4F15-8C0F-5B871340D019}" type="sibTrans" cxnId="{F7B05A1D-EAB9-462A-BBB8-FEDF4762230A}">
      <dgm:prSet/>
      <dgm:spPr/>
      <dgm:t>
        <a:bodyPr/>
        <a:lstStyle/>
        <a:p>
          <a:endParaRPr lang="en-US"/>
        </a:p>
      </dgm:t>
    </dgm:pt>
    <dgm:pt modelId="{54F957A0-ED75-457F-A3EF-50AAD850D6A1}" type="pres">
      <dgm:prSet presAssocID="{7B5C4A7D-BB8A-450B-A002-1B590C1FE301}" presName="root" presStyleCnt="0">
        <dgm:presLayoutVars>
          <dgm:dir/>
          <dgm:resizeHandles val="exact"/>
        </dgm:presLayoutVars>
      </dgm:prSet>
      <dgm:spPr/>
    </dgm:pt>
    <dgm:pt modelId="{2E81521D-FC5F-4ED7-99BA-CFD8B8C0DE7D}" type="pres">
      <dgm:prSet presAssocID="{8C4B4745-4F8F-4A70-A8C3-D16EA78AC23B}" presName="compNode" presStyleCnt="0"/>
      <dgm:spPr/>
    </dgm:pt>
    <dgm:pt modelId="{D82A93BD-8ABC-4FBF-83C0-11909E118C43}" type="pres">
      <dgm:prSet presAssocID="{8C4B4745-4F8F-4A70-A8C3-D16EA78AC23B}" presName="bgRect" presStyleLbl="bgShp" presStyleIdx="0" presStyleCnt="5"/>
      <dgm:spPr/>
    </dgm:pt>
    <dgm:pt modelId="{C89FD086-A155-48F3-B018-94C648CFC7A2}" type="pres">
      <dgm:prSet presAssocID="{8C4B4745-4F8F-4A70-A8C3-D16EA78AC23B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 Suit with solid fill"/>
        </a:ext>
      </dgm:extLst>
    </dgm:pt>
    <dgm:pt modelId="{E8C8DFE1-3849-4AD1-9597-B708EC3628C3}" type="pres">
      <dgm:prSet presAssocID="{8C4B4745-4F8F-4A70-A8C3-D16EA78AC23B}" presName="spaceRect" presStyleCnt="0"/>
      <dgm:spPr/>
    </dgm:pt>
    <dgm:pt modelId="{31414D22-D1AF-4FBB-89DA-A77EB15771B2}" type="pres">
      <dgm:prSet presAssocID="{8C4B4745-4F8F-4A70-A8C3-D16EA78AC23B}" presName="parTx" presStyleLbl="revTx" presStyleIdx="0" presStyleCnt="5">
        <dgm:presLayoutVars>
          <dgm:chMax val="0"/>
          <dgm:chPref val="0"/>
        </dgm:presLayoutVars>
      </dgm:prSet>
      <dgm:spPr/>
    </dgm:pt>
    <dgm:pt modelId="{D55429EE-CDF7-4397-BDBD-825D3248ADD9}" type="pres">
      <dgm:prSet presAssocID="{D82C96FB-AD63-440B-A9A3-12BA45E767DA}" presName="sibTrans" presStyleCnt="0"/>
      <dgm:spPr/>
    </dgm:pt>
    <dgm:pt modelId="{21B6C909-AA46-423B-96B3-9F59BA1AB11B}" type="pres">
      <dgm:prSet presAssocID="{AFDD51F2-880D-4AE4-9DF1-FAC4C0CDD708}" presName="compNode" presStyleCnt="0"/>
      <dgm:spPr/>
    </dgm:pt>
    <dgm:pt modelId="{28FFBA29-F405-4585-81CB-B4B71BFBFB55}" type="pres">
      <dgm:prSet presAssocID="{AFDD51F2-880D-4AE4-9DF1-FAC4C0CDD708}" presName="bgRect" presStyleLbl="bgShp" presStyleIdx="1" presStyleCnt="5"/>
      <dgm:spPr/>
    </dgm:pt>
    <dgm:pt modelId="{EAA99962-4956-4338-87DD-423D88BD607F}" type="pres">
      <dgm:prSet presAssocID="{AFDD51F2-880D-4AE4-9DF1-FAC4C0CDD70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 Suit with solid fill"/>
        </a:ext>
      </dgm:extLst>
    </dgm:pt>
    <dgm:pt modelId="{E478879D-2E1D-43DE-B230-605B091B22B0}" type="pres">
      <dgm:prSet presAssocID="{AFDD51F2-880D-4AE4-9DF1-FAC4C0CDD708}" presName="spaceRect" presStyleCnt="0"/>
      <dgm:spPr/>
    </dgm:pt>
    <dgm:pt modelId="{6AA540F0-05A3-425D-A898-43D8EAFD84D2}" type="pres">
      <dgm:prSet presAssocID="{AFDD51F2-880D-4AE4-9DF1-FAC4C0CDD708}" presName="parTx" presStyleLbl="revTx" presStyleIdx="1" presStyleCnt="5">
        <dgm:presLayoutVars>
          <dgm:chMax val="0"/>
          <dgm:chPref val="0"/>
        </dgm:presLayoutVars>
      </dgm:prSet>
      <dgm:spPr/>
    </dgm:pt>
    <dgm:pt modelId="{84106744-8014-455D-A519-006F4222F376}" type="pres">
      <dgm:prSet presAssocID="{7AF2DC51-C7D6-4CE6-8B06-2C47872E47AE}" presName="sibTrans" presStyleCnt="0"/>
      <dgm:spPr/>
    </dgm:pt>
    <dgm:pt modelId="{EDC7A06F-136F-443B-B216-1B04EDE8F1BC}" type="pres">
      <dgm:prSet presAssocID="{C98A6488-3F19-41BB-939D-0B3EAEA83FEC}" presName="compNode" presStyleCnt="0"/>
      <dgm:spPr/>
    </dgm:pt>
    <dgm:pt modelId="{3F2FAA61-93B8-4E0D-9887-94C39F09895F}" type="pres">
      <dgm:prSet presAssocID="{C98A6488-3F19-41BB-939D-0B3EAEA83FEC}" presName="bgRect" presStyleLbl="bgShp" presStyleIdx="2" presStyleCnt="5"/>
      <dgm:spPr/>
    </dgm:pt>
    <dgm:pt modelId="{64EACF23-9022-42CC-8B5F-792F76B36D7A}" type="pres">
      <dgm:prSet presAssocID="{C98A6488-3F19-41BB-939D-0B3EAEA83FEC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 with solid fill"/>
        </a:ext>
      </dgm:extLst>
    </dgm:pt>
    <dgm:pt modelId="{9DC4780E-46EC-4D56-A792-A1F89A64BA41}" type="pres">
      <dgm:prSet presAssocID="{C98A6488-3F19-41BB-939D-0B3EAEA83FEC}" presName="spaceRect" presStyleCnt="0"/>
      <dgm:spPr/>
    </dgm:pt>
    <dgm:pt modelId="{5427D0D4-E98D-434A-B1A2-7D077698C015}" type="pres">
      <dgm:prSet presAssocID="{C98A6488-3F19-41BB-939D-0B3EAEA83FEC}" presName="parTx" presStyleLbl="revTx" presStyleIdx="2" presStyleCnt="5">
        <dgm:presLayoutVars>
          <dgm:chMax val="0"/>
          <dgm:chPref val="0"/>
        </dgm:presLayoutVars>
      </dgm:prSet>
      <dgm:spPr/>
    </dgm:pt>
    <dgm:pt modelId="{75653E70-334F-4DA2-A9DA-84F8D90B48CD}" type="pres">
      <dgm:prSet presAssocID="{96F6F0C9-DBE5-49D4-BEB9-8FA2378BA153}" presName="sibTrans" presStyleCnt="0"/>
      <dgm:spPr/>
    </dgm:pt>
    <dgm:pt modelId="{73AA08CF-D5B8-4164-AD98-56E20459354F}" type="pres">
      <dgm:prSet presAssocID="{AABAA746-4864-478D-841A-E0EF862903F8}" presName="compNode" presStyleCnt="0"/>
      <dgm:spPr/>
    </dgm:pt>
    <dgm:pt modelId="{DE82E529-96A8-4E1E-A7B0-5A070147B6C1}" type="pres">
      <dgm:prSet presAssocID="{AABAA746-4864-478D-841A-E0EF862903F8}" presName="bgRect" presStyleLbl="bgShp" presStyleIdx="3" presStyleCnt="5"/>
      <dgm:spPr/>
    </dgm:pt>
    <dgm:pt modelId="{9ACC0646-985F-4C2B-AF61-BFCAA286ECC9}" type="pres">
      <dgm:prSet presAssocID="{AABAA746-4864-478D-841A-E0EF862903F8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 with solid fill"/>
        </a:ext>
      </dgm:extLst>
    </dgm:pt>
    <dgm:pt modelId="{909C8B2F-E198-4B3F-A630-00DA694ACAD2}" type="pres">
      <dgm:prSet presAssocID="{AABAA746-4864-478D-841A-E0EF862903F8}" presName="spaceRect" presStyleCnt="0"/>
      <dgm:spPr/>
    </dgm:pt>
    <dgm:pt modelId="{83BE5D95-D305-43EB-90B4-A127DD83C9D1}" type="pres">
      <dgm:prSet presAssocID="{AABAA746-4864-478D-841A-E0EF862903F8}" presName="parTx" presStyleLbl="revTx" presStyleIdx="3" presStyleCnt="5">
        <dgm:presLayoutVars>
          <dgm:chMax val="0"/>
          <dgm:chPref val="0"/>
        </dgm:presLayoutVars>
      </dgm:prSet>
      <dgm:spPr/>
    </dgm:pt>
    <dgm:pt modelId="{581C5A67-D020-47B4-A327-43F369856556}" type="pres">
      <dgm:prSet presAssocID="{0CA36203-9AAC-425A-9601-61E8D2717EFE}" presName="sibTrans" presStyleCnt="0"/>
      <dgm:spPr/>
    </dgm:pt>
    <dgm:pt modelId="{B49EEDB7-201F-43D2-A34A-ABA77B66EB13}" type="pres">
      <dgm:prSet presAssocID="{F0268673-75DF-4251-AC82-7D6BA8CD416E}" presName="compNode" presStyleCnt="0"/>
      <dgm:spPr/>
    </dgm:pt>
    <dgm:pt modelId="{4E8E7F1C-572F-4E13-877C-D55F8A5947DD}" type="pres">
      <dgm:prSet presAssocID="{F0268673-75DF-4251-AC82-7D6BA8CD416E}" presName="bgRect" presStyleLbl="bgShp" presStyleIdx="4" presStyleCnt="5"/>
      <dgm:spPr/>
    </dgm:pt>
    <dgm:pt modelId="{931493DF-8321-457D-9C26-86BC5AC5BBD2}" type="pres">
      <dgm:prSet presAssocID="{F0268673-75DF-4251-AC82-7D6BA8CD416E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lash with solid fill"/>
        </a:ext>
      </dgm:extLst>
    </dgm:pt>
    <dgm:pt modelId="{60F108A6-05E7-4DEE-8F9A-018C5B6C20DC}" type="pres">
      <dgm:prSet presAssocID="{F0268673-75DF-4251-AC82-7D6BA8CD416E}" presName="spaceRect" presStyleCnt="0"/>
      <dgm:spPr/>
    </dgm:pt>
    <dgm:pt modelId="{C0D3B50C-566B-4F53-804E-5FF19AB9D4CB}" type="pres">
      <dgm:prSet presAssocID="{F0268673-75DF-4251-AC82-7D6BA8CD41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7B05A1D-EAB9-462A-BBB8-FEDF4762230A}" srcId="{7B5C4A7D-BB8A-450B-A002-1B590C1FE301}" destId="{F0268673-75DF-4251-AC82-7D6BA8CD416E}" srcOrd="4" destOrd="0" parTransId="{F0C42245-E3B1-4F51-B465-AAAED5C34A46}" sibTransId="{596207DC-8565-4F15-8C0F-5B871340D019}"/>
    <dgm:cxn modelId="{AB6BD127-2925-42D9-A472-189FC2EBBDFC}" srcId="{7B5C4A7D-BB8A-450B-A002-1B590C1FE301}" destId="{AFDD51F2-880D-4AE4-9DF1-FAC4C0CDD708}" srcOrd="1" destOrd="0" parTransId="{974FD364-AC6A-4142-9D97-4BD743C2FBFA}" sibTransId="{7AF2DC51-C7D6-4CE6-8B06-2C47872E47AE}"/>
    <dgm:cxn modelId="{9C7E1031-9005-4F25-8134-060A019D7A1D}" type="presOf" srcId="{8C4B4745-4F8F-4A70-A8C3-D16EA78AC23B}" destId="{31414D22-D1AF-4FBB-89DA-A77EB15771B2}" srcOrd="0" destOrd="0" presId="urn:microsoft.com/office/officeart/2018/2/layout/IconVerticalSolidList"/>
    <dgm:cxn modelId="{64B9B469-527F-4BA1-B9A7-0F132E0C9A6C}" type="presOf" srcId="{7B5C4A7D-BB8A-450B-A002-1B590C1FE301}" destId="{54F957A0-ED75-457F-A3EF-50AAD850D6A1}" srcOrd="0" destOrd="0" presId="urn:microsoft.com/office/officeart/2018/2/layout/IconVerticalSolidList"/>
    <dgm:cxn modelId="{A3CBF059-65B8-44E2-B59E-4270D37A839D}" srcId="{7B5C4A7D-BB8A-450B-A002-1B590C1FE301}" destId="{C98A6488-3F19-41BB-939D-0B3EAEA83FEC}" srcOrd="2" destOrd="0" parTransId="{3A037EF1-EA3E-4088-B2E2-4018124D5889}" sibTransId="{96F6F0C9-DBE5-49D4-BEB9-8FA2378BA153}"/>
    <dgm:cxn modelId="{B7721B8D-99D3-41C2-8D7F-3C6D1481F01C}" type="presOf" srcId="{F0268673-75DF-4251-AC82-7D6BA8CD416E}" destId="{C0D3B50C-566B-4F53-804E-5FF19AB9D4CB}" srcOrd="0" destOrd="0" presId="urn:microsoft.com/office/officeart/2018/2/layout/IconVerticalSolidList"/>
    <dgm:cxn modelId="{8572CB93-86C0-463C-9578-CBD3FEBABB9B}" srcId="{7B5C4A7D-BB8A-450B-A002-1B590C1FE301}" destId="{8C4B4745-4F8F-4A70-A8C3-D16EA78AC23B}" srcOrd="0" destOrd="0" parTransId="{420D3389-953F-4010-BA0A-0376F3EEF278}" sibTransId="{D82C96FB-AD63-440B-A9A3-12BA45E767DA}"/>
    <dgm:cxn modelId="{9C909FA8-A755-4BCA-92A2-C3A18CDF7EF5}" type="presOf" srcId="{AFDD51F2-880D-4AE4-9DF1-FAC4C0CDD708}" destId="{6AA540F0-05A3-425D-A898-43D8EAFD84D2}" srcOrd="0" destOrd="0" presId="urn:microsoft.com/office/officeart/2018/2/layout/IconVerticalSolidList"/>
    <dgm:cxn modelId="{0EDC47AE-2BAB-462F-92A9-04BCB3E8F5E7}" type="presOf" srcId="{AABAA746-4864-478D-841A-E0EF862903F8}" destId="{83BE5D95-D305-43EB-90B4-A127DD83C9D1}" srcOrd="0" destOrd="0" presId="urn:microsoft.com/office/officeart/2018/2/layout/IconVerticalSolidList"/>
    <dgm:cxn modelId="{0EC654E7-7429-4C28-88E5-D3AE976734E5}" type="presOf" srcId="{C98A6488-3F19-41BB-939D-0B3EAEA83FEC}" destId="{5427D0D4-E98D-434A-B1A2-7D077698C015}" srcOrd="0" destOrd="0" presId="urn:microsoft.com/office/officeart/2018/2/layout/IconVerticalSolidList"/>
    <dgm:cxn modelId="{916CBDEA-8C11-42CC-80B2-BF3AC9C3A298}" srcId="{7B5C4A7D-BB8A-450B-A002-1B590C1FE301}" destId="{AABAA746-4864-478D-841A-E0EF862903F8}" srcOrd="3" destOrd="0" parTransId="{714AC88C-9B84-41E7-92F3-A35B5206424D}" sibTransId="{0CA36203-9AAC-425A-9601-61E8D2717EFE}"/>
    <dgm:cxn modelId="{1551D049-E071-4B18-BDB1-D5ADD0F4ADBE}" type="presParOf" srcId="{54F957A0-ED75-457F-A3EF-50AAD850D6A1}" destId="{2E81521D-FC5F-4ED7-99BA-CFD8B8C0DE7D}" srcOrd="0" destOrd="0" presId="urn:microsoft.com/office/officeart/2018/2/layout/IconVerticalSolidList"/>
    <dgm:cxn modelId="{C3825A76-347F-4A12-B33B-928F22859332}" type="presParOf" srcId="{2E81521D-FC5F-4ED7-99BA-CFD8B8C0DE7D}" destId="{D82A93BD-8ABC-4FBF-83C0-11909E118C43}" srcOrd="0" destOrd="0" presId="urn:microsoft.com/office/officeart/2018/2/layout/IconVerticalSolidList"/>
    <dgm:cxn modelId="{25B06B91-221C-4FFE-BC96-67EA94AA845E}" type="presParOf" srcId="{2E81521D-FC5F-4ED7-99BA-CFD8B8C0DE7D}" destId="{C89FD086-A155-48F3-B018-94C648CFC7A2}" srcOrd="1" destOrd="0" presId="urn:microsoft.com/office/officeart/2018/2/layout/IconVerticalSolidList"/>
    <dgm:cxn modelId="{7700BD3E-75A2-4EEE-B3F1-7F0A48569E6B}" type="presParOf" srcId="{2E81521D-FC5F-4ED7-99BA-CFD8B8C0DE7D}" destId="{E8C8DFE1-3849-4AD1-9597-B708EC3628C3}" srcOrd="2" destOrd="0" presId="urn:microsoft.com/office/officeart/2018/2/layout/IconVerticalSolidList"/>
    <dgm:cxn modelId="{426E8341-23AC-4AED-8C51-0C0ACF5B024D}" type="presParOf" srcId="{2E81521D-FC5F-4ED7-99BA-CFD8B8C0DE7D}" destId="{31414D22-D1AF-4FBB-89DA-A77EB15771B2}" srcOrd="3" destOrd="0" presId="urn:microsoft.com/office/officeart/2018/2/layout/IconVerticalSolidList"/>
    <dgm:cxn modelId="{41869367-986E-4090-B2A7-E2DF2FA6B641}" type="presParOf" srcId="{54F957A0-ED75-457F-A3EF-50AAD850D6A1}" destId="{D55429EE-CDF7-4397-BDBD-825D3248ADD9}" srcOrd="1" destOrd="0" presId="urn:microsoft.com/office/officeart/2018/2/layout/IconVerticalSolidList"/>
    <dgm:cxn modelId="{8084DBA7-4A23-49F0-912C-949326D89F04}" type="presParOf" srcId="{54F957A0-ED75-457F-A3EF-50AAD850D6A1}" destId="{21B6C909-AA46-423B-96B3-9F59BA1AB11B}" srcOrd="2" destOrd="0" presId="urn:microsoft.com/office/officeart/2018/2/layout/IconVerticalSolidList"/>
    <dgm:cxn modelId="{2F986B9B-2AFF-4224-9664-BD4F2FE55166}" type="presParOf" srcId="{21B6C909-AA46-423B-96B3-9F59BA1AB11B}" destId="{28FFBA29-F405-4585-81CB-B4B71BFBFB55}" srcOrd="0" destOrd="0" presId="urn:microsoft.com/office/officeart/2018/2/layout/IconVerticalSolidList"/>
    <dgm:cxn modelId="{5E72508C-E959-4264-8B49-F60B7C0268CA}" type="presParOf" srcId="{21B6C909-AA46-423B-96B3-9F59BA1AB11B}" destId="{EAA99962-4956-4338-87DD-423D88BD607F}" srcOrd="1" destOrd="0" presId="urn:microsoft.com/office/officeart/2018/2/layout/IconVerticalSolidList"/>
    <dgm:cxn modelId="{D595193F-BB2B-453E-9D5B-89F65231D496}" type="presParOf" srcId="{21B6C909-AA46-423B-96B3-9F59BA1AB11B}" destId="{E478879D-2E1D-43DE-B230-605B091B22B0}" srcOrd="2" destOrd="0" presId="urn:microsoft.com/office/officeart/2018/2/layout/IconVerticalSolidList"/>
    <dgm:cxn modelId="{95D851CE-5806-4951-98E3-9D1850087464}" type="presParOf" srcId="{21B6C909-AA46-423B-96B3-9F59BA1AB11B}" destId="{6AA540F0-05A3-425D-A898-43D8EAFD84D2}" srcOrd="3" destOrd="0" presId="urn:microsoft.com/office/officeart/2018/2/layout/IconVerticalSolidList"/>
    <dgm:cxn modelId="{09BB6390-E8E7-4571-8C61-F02AEC93E4A3}" type="presParOf" srcId="{54F957A0-ED75-457F-A3EF-50AAD850D6A1}" destId="{84106744-8014-455D-A519-006F4222F376}" srcOrd="3" destOrd="0" presId="urn:microsoft.com/office/officeart/2018/2/layout/IconVerticalSolidList"/>
    <dgm:cxn modelId="{D90B7C55-4459-49B4-A234-1D990EF7935B}" type="presParOf" srcId="{54F957A0-ED75-457F-A3EF-50AAD850D6A1}" destId="{EDC7A06F-136F-443B-B216-1B04EDE8F1BC}" srcOrd="4" destOrd="0" presId="urn:microsoft.com/office/officeart/2018/2/layout/IconVerticalSolidList"/>
    <dgm:cxn modelId="{E98A113E-CC3B-4DA6-944A-CAEA19C8A2C1}" type="presParOf" srcId="{EDC7A06F-136F-443B-B216-1B04EDE8F1BC}" destId="{3F2FAA61-93B8-4E0D-9887-94C39F09895F}" srcOrd="0" destOrd="0" presId="urn:microsoft.com/office/officeart/2018/2/layout/IconVerticalSolidList"/>
    <dgm:cxn modelId="{D678480E-5725-409E-88DF-9F620D4B9957}" type="presParOf" srcId="{EDC7A06F-136F-443B-B216-1B04EDE8F1BC}" destId="{64EACF23-9022-42CC-8B5F-792F76B36D7A}" srcOrd="1" destOrd="0" presId="urn:microsoft.com/office/officeart/2018/2/layout/IconVerticalSolidList"/>
    <dgm:cxn modelId="{8F63AC5A-2EF8-4965-B08C-690F6D4283E5}" type="presParOf" srcId="{EDC7A06F-136F-443B-B216-1B04EDE8F1BC}" destId="{9DC4780E-46EC-4D56-A792-A1F89A64BA41}" srcOrd="2" destOrd="0" presId="urn:microsoft.com/office/officeart/2018/2/layout/IconVerticalSolidList"/>
    <dgm:cxn modelId="{AA22A223-25B5-42C6-9271-C6FBCA43F751}" type="presParOf" srcId="{EDC7A06F-136F-443B-B216-1B04EDE8F1BC}" destId="{5427D0D4-E98D-434A-B1A2-7D077698C015}" srcOrd="3" destOrd="0" presId="urn:microsoft.com/office/officeart/2018/2/layout/IconVerticalSolidList"/>
    <dgm:cxn modelId="{5DD25A9D-5055-4CB7-A356-4ACE1D17B9CA}" type="presParOf" srcId="{54F957A0-ED75-457F-A3EF-50AAD850D6A1}" destId="{75653E70-334F-4DA2-A9DA-84F8D90B48CD}" srcOrd="5" destOrd="0" presId="urn:microsoft.com/office/officeart/2018/2/layout/IconVerticalSolidList"/>
    <dgm:cxn modelId="{7859908E-7325-4BA9-8D0B-78D745396B2E}" type="presParOf" srcId="{54F957A0-ED75-457F-A3EF-50AAD850D6A1}" destId="{73AA08CF-D5B8-4164-AD98-56E20459354F}" srcOrd="6" destOrd="0" presId="urn:microsoft.com/office/officeart/2018/2/layout/IconVerticalSolidList"/>
    <dgm:cxn modelId="{2A9EDB7B-6CB1-4B72-9FEB-A1D66BF9CA0A}" type="presParOf" srcId="{73AA08CF-D5B8-4164-AD98-56E20459354F}" destId="{DE82E529-96A8-4E1E-A7B0-5A070147B6C1}" srcOrd="0" destOrd="0" presId="urn:microsoft.com/office/officeart/2018/2/layout/IconVerticalSolidList"/>
    <dgm:cxn modelId="{2DC29E32-7C56-44E0-9557-EC2A2CC4837E}" type="presParOf" srcId="{73AA08CF-D5B8-4164-AD98-56E20459354F}" destId="{9ACC0646-985F-4C2B-AF61-BFCAA286ECC9}" srcOrd="1" destOrd="0" presId="urn:microsoft.com/office/officeart/2018/2/layout/IconVerticalSolidList"/>
    <dgm:cxn modelId="{835B56C9-7C76-49F0-A048-7AEA097C3682}" type="presParOf" srcId="{73AA08CF-D5B8-4164-AD98-56E20459354F}" destId="{909C8B2F-E198-4B3F-A630-00DA694ACAD2}" srcOrd="2" destOrd="0" presId="urn:microsoft.com/office/officeart/2018/2/layout/IconVerticalSolidList"/>
    <dgm:cxn modelId="{A37A3B2A-055F-4E19-96B8-22F45AFF6039}" type="presParOf" srcId="{73AA08CF-D5B8-4164-AD98-56E20459354F}" destId="{83BE5D95-D305-43EB-90B4-A127DD83C9D1}" srcOrd="3" destOrd="0" presId="urn:microsoft.com/office/officeart/2018/2/layout/IconVerticalSolidList"/>
    <dgm:cxn modelId="{8549BE22-1C56-4482-9AEC-5A9506D0261A}" type="presParOf" srcId="{54F957A0-ED75-457F-A3EF-50AAD850D6A1}" destId="{581C5A67-D020-47B4-A327-43F369856556}" srcOrd="7" destOrd="0" presId="urn:microsoft.com/office/officeart/2018/2/layout/IconVerticalSolidList"/>
    <dgm:cxn modelId="{2EC2CECE-C44D-4C59-BA74-1482DF7C80F0}" type="presParOf" srcId="{54F957A0-ED75-457F-A3EF-50AAD850D6A1}" destId="{B49EEDB7-201F-43D2-A34A-ABA77B66EB13}" srcOrd="8" destOrd="0" presId="urn:microsoft.com/office/officeart/2018/2/layout/IconVerticalSolidList"/>
    <dgm:cxn modelId="{FED2DECF-7E67-4915-A55A-0A7B5BB8B04E}" type="presParOf" srcId="{B49EEDB7-201F-43D2-A34A-ABA77B66EB13}" destId="{4E8E7F1C-572F-4E13-877C-D55F8A5947DD}" srcOrd="0" destOrd="0" presId="urn:microsoft.com/office/officeart/2018/2/layout/IconVerticalSolidList"/>
    <dgm:cxn modelId="{72A1656D-06A2-446D-8C82-3E0E8778668F}" type="presParOf" srcId="{B49EEDB7-201F-43D2-A34A-ABA77B66EB13}" destId="{931493DF-8321-457D-9C26-86BC5AC5BBD2}" srcOrd="1" destOrd="0" presId="urn:microsoft.com/office/officeart/2018/2/layout/IconVerticalSolidList"/>
    <dgm:cxn modelId="{5C9439A2-0320-40E5-95BA-95A5A8424884}" type="presParOf" srcId="{B49EEDB7-201F-43D2-A34A-ABA77B66EB13}" destId="{60F108A6-05E7-4DEE-8F9A-018C5B6C20DC}" srcOrd="2" destOrd="0" presId="urn:microsoft.com/office/officeart/2018/2/layout/IconVerticalSolidList"/>
    <dgm:cxn modelId="{5D439475-E273-4EB6-9804-A65C7524437A}" type="presParOf" srcId="{B49EEDB7-201F-43D2-A34A-ABA77B66EB13}" destId="{C0D3B50C-566B-4F53-804E-5FF19AB9D4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5C4A7D-BB8A-450B-A002-1B590C1FE30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C4B4745-4F8F-4A70-A8C3-D16EA78AC23B}">
      <dgm:prSet/>
      <dgm:spPr/>
      <dgm:t>
        <a:bodyPr/>
        <a:lstStyle/>
        <a:p>
          <a:r>
            <a:rPr lang="en-US" dirty="0"/>
            <a:t>The Sleeper Class is responsible for making direct API calls and filtering the data so that it is readable by the agent and the other classes.</a:t>
          </a:r>
        </a:p>
      </dgm:t>
    </dgm:pt>
    <dgm:pt modelId="{420D3389-953F-4010-BA0A-0376F3EEF278}" type="parTrans" cxnId="{8572CB93-86C0-463C-9578-CBD3FEBABB9B}">
      <dgm:prSet/>
      <dgm:spPr/>
      <dgm:t>
        <a:bodyPr/>
        <a:lstStyle/>
        <a:p>
          <a:endParaRPr lang="en-US"/>
        </a:p>
      </dgm:t>
    </dgm:pt>
    <dgm:pt modelId="{D82C96FB-AD63-440B-A9A3-12BA45E767DA}" type="sibTrans" cxnId="{8572CB93-86C0-463C-9578-CBD3FEBABB9B}">
      <dgm:prSet/>
      <dgm:spPr/>
      <dgm:t>
        <a:bodyPr/>
        <a:lstStyle/>
        <a:p>
          <a:endParaRPr lang="en-US"/>
        </a:p>
      </dgm:t>
    </dgm:pt>
    <dgm:pt modelId="{AFDD51F2-880D-4AE4-9DF1-FAC4C0CDD708}">
      <dgm:prSet/>
      <dgm:spPr/>
      <dgm:t>
        <a:bodyPr/>
        <a:lstStyle/>
        <a:p>
          <a:r>
            <a:rPr lang="en-US" dirty="0"/>
            <a:t>The Gemini class collects the filtered draft information and makes the analysis based on the data and the user’s prompts/draft picks.</a:t>
          </a:r>
        </a:p>
      </dgm:t>
    </dgm:pt>
    <dgm:pt modelId="{974FD364-AC6A-4142-9D97-4BD743C2FBFA}" type="parTrans" cxnId="{AB6BD127-2925-42D9-A472-189FC2EBBDFC}">
      <dgm:prSet/>
      <dgm:spPr/>
      <dgm:t>
        <a:bodyPr/>
        <a:lstStyle/>
        <a:p>
          <a:endParaRPr lang="en-US"/>
        </a:p>
      </dgm:t>
    </dgm:pt>
    <dgm:pt modelId="{7AF2DC51-C7D6-4CE6-8B06-2C47872E47AE}" type="sibTrans" cxnId="{AB6BD127-2925-42D9-A472-189FC2EBBDFC}">
      <dgm:prSet/>
      <dgm:spPr/>
      <dgm:t>
        <a:bodyPr/>
        <a:lstStyle/>
        <a:p>
          <a:endParaRPr lang="en-US"/>
        </a:p>
      </dgm:t>
    </dgm:pt>
    <dgm:pt modelId="{C98A6488-3F19-41BB-939D-0B3EAEA83FEC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DraftInfo</a:t>
          </a:r>
          <a:r>
            <a:rPr lang="en-US" dirty="0"/>
            <a:t> class is primarily used by the interface and determines the logic behind whether the player is ready to draft; it also presents draft information in a concise way for the interface to pull from.</a:t>
          </a:r>
        </a:p>
      </dgm:t>
    </dgm:pt>
    <dgm:pt modelId="{3A037EF1-EA3E-4088-B2E2-4018124D5889}" type="parTrans" cxnId="{A3CBF059-65B8-44E2-B59E-4270D37A839D}">
      <dgm:prSet/>
      <dgm:spPr/>
      <dgm:t>
        <a:bodyPr/>
        <a:lstStyle/>
        <a:p>
          <a:endParaRPr lang="en-US"/>
        </a:p>
      </dgm:t>
    </dgm:pt>
    <dgm:pt modelId="{96F6F0C9-DBE5-49D4-BEB9-8FA2378BA153}" type="sibTrans" cxnId="{A3CBF059-65B8-44E2-B59E-4270D37A839D}">
      <dgm:prSet/>
      <dgm:spPr/>
      <dgm:t>
        <a:bodyPr/>
        <a:lstStyle/>
        <a:p>
          <a:endParaRPr lang="en-US"/>
        </a:p>
      </dgm:t>
    </dgm:pt>
    <dgm:pt modelId="{AABAA746-4864-478D-841A-E0EF862903F8}">
      <dgm:prSet/>
      <dgm:spPr/>
      <dgm:t>
        <a:bodyPr/>
        <a:lstStyle/>
        <a:p>
          <a:r>
            <a:rPr lang="en-US" dirty="0"/>
            <a:t>The interface takes input from the user to send to the Gemini class. It also displays the draft information and pick suggestions to the user.</a:t>
          </a:r>
        </a:p>
      </dgm:t>
    </dgm:pt>
    <dgm:pt modelId="{714AC88C-9B84-41E7-92F3-A35B5206424D}" type="parTrans" cxnId="{916CBDEA-8C11-42CC-80B2-BF3AC9C3A298}">
      <dgm:prSet/>
      <dgm:spPr/>
      <dgm:t>
        <a:bodyPr/>
        <a:lstStyle/>
        <a:p>
          <a:endParaRPr lang="en-US"/>
        </a:p>
      </dgm:t>
    </dgm:pt>
    <dgm:pt modelId="{0CA36203-9AAC-425A-9601-61E8D2717EFE}" type="sibTrans" cxnId="{916CBDEA-8C11-42CC-80B2-BF3AC9C3A298}">
      <dgm:prSet/>
      <dgm:spPr/>
      <dgm:t>
        <a:bodyPr/>
        <a:lstStyle/>
        <a:p>
          <a:endParaRPr lang="en-US"/>
        </a:p>
      </dgm:t>
    </dgm:pt>
    <dgm:pt modelId="{84E23A6C-7F19-42DA-B0E5-894319B0C39E}" type="pres">
      <dgm:prSet presAssocID="{7B5C4A7D-BB8A-450B-A002-1B590C1FE301}" presName="outerComposite" presStyleCnt="0">
        <dgm:presLayoutVars>
          <dgm:chMax val="5"/>
          <dgm:dir/>
          <dgm:resizeHandles val="exact"/>
        </dgm:presLayoutVars>
      </dgm:prSet>
      <dgm:spPr/>
    </dgm:pt>
    <dgm:pt modelId="{949BF87D-5C95-42E2-8E7E-F52E74CCCD62}" type="pres">
      <dgm:prSet presAssocID="{7B5C4A7D-BB8A-450B-A002-1B590C1FE301}" presName="dummyMaxCanvas" presStyleCnt="0">
        <dgm:presLayoutVars/>
      </dgm:prSet>
      <dgm:spPr/>
    </dgm:pt>
    <dgm:pt modelId="{49A5E9A1-3C8B-49FC-A3DC-2E6D386B441E}" type="pres">
      <dgm:prSet presAssocID="{7B5C4A7D-BB8A-450B-A002-1B590C1FE301}" presName="FourNodes_1" presStyleLbl="node1" presStyleIdx="0" presStyleCnt="4">
        <dgm:presLayoutVars>
          <dgm:bulletEnabled val="1"/>
        </dgm:presLayoutVars>
      </dgm:prSet>
      <dgm:spPr/>
    </dgm:pt>
    <dgm:pt modelId="{4A9A5FAA-086D-4C58-9D6C-1B67AD33F67F}" type="pres">
      <dgm:prSet presAssocID="{7B5C4A7D-BB8A-450B-A002-1B590C1FE301}" presName="FourNodes_2" presStyleLbl="node1" presStyleIdx="1" presStyleCnt="4">
        <dgm:presLayoutVars>
          <dgm:bulletEnabled val="1"/>
        </dgm:presLayoutVars>
      </dgm:prSet>
      <dgm:spPr/>
    </dgm:pt>
    <dgm:pt modelId="{B5DF36FA-46C6-48E1-8F6C-C15976849943}" type="pres">
      <dgm:prSet presAssocID="{7B5C4A7D-BB8A-450B-A002-1B590C1FE301}" presName="FourNodes_3" presStyleLbl="node1" presStyleIdx="2" presStyleCnt="4">
        <dgm:presLayoutVars>
          <dgm:bulletEnabled val="1"/>
        </dgm:presLayoutVars>
      </dgm:prSet>
      <dgm:spPr/>
    </dgm:pt>
    <dgm:pt modelId="{1A0F9DBF-AA35-4458-BEC1-9D9881D281E6}" type="pres">
      <dgm:prSet presAssocID="{7B5C4A7D-BB8A-450B-A002-1B590C1FE301}" presName="FourNodes_4" presStyleLbl="node1" presStyleIdx="3" presStyleCnt="4">
        <dgm:presLayoutVars>
          <dgm:bulletEnabled val="1"/>
        </dgm:presLayoutVars>
      </dgm:prSet>
      <dgm:spPr/>
    </dgm:pt>
    <dgm:pt modelId="{85BBEA60-6CAE-4A32-B4EA-DE20A4FAE65C}" type="pres">
      <dgm:prSet presAssocID="{7B5C4A7D-BB8A-450B-A002-1B590C1FE301}" presName="FourConn_1-2" presStyleLbl="fgAccFollowNode1" presStyleIdx="0" presStyleCnt="3">
        <dgm:presLayoutVars>
          <dgm:bulletEnabled val="1"/>
        </dgm:presLayoutVars>
      </dgm:prSet>
      <dgm:spPr/>
    </dgm:pt>
    <dgm:pt modelId="{EC12FC94-839F-4ACF-BC15-EED3913F0EA6}" type="pres">
      <dgm:prSet presAssocID="{7B5C4A7D-BB8A-450B-A002-1B590C1FE301}" presName="FourConn_2-3" presStyleLbl="fgAccFollowNode1" presStyleIdx="1" presStyleCnt="3">
        <dgm:presLayoutVars>
          <dgm:bulletEnabled val="1"/>
        </dgm:presLayoutVars>
      </dgm:prSet>
      <dgm:spPr/>
    </dgm:pt>
    <dgm:pt modelId="{5DBF321C-2C9E-4D74-B74C-361920C2193B}" type="pres">
      <dgm:prSet presAssocID="{7B5C4A7D-BB8A-450B-A002-1B590C1FE301}" presName="FourConn_3-4" presStyleLbl="fgAccFollowNode1" presStyleIdx="2" presStyleCnt="3">
        <dgm:presLayoutVars>
          <dgm:bulletEnabled val="1"/>
        </dgm:presLayoutVars>
      </dgm:prSet>
      <dgm:spPr/>
    </dgm:pt>
    <dgm:pt modelId="{D69ABF7D-071E-4016-9792-09EB92B2962C}" type="pres">
      <dgm:prSet presAssocID="{7B5C4A7D-BB8A-450B-A002-1B590C1FE301}" presName="FourNodes_1_text" presStyleLbl="node1" presStyleIdx="3" presStyleCnt="4">
        <dgm:presLayoutVars>
          <dgm:bulletEnabled val="1"/>
        </dgm:presLayoutVars>
      </dgm:prSet>
      <dgm:spPr/>
    </dgm:pt>
    <dgm:pt modelId="{6FBD61FF-A369-4721-9CB3-234E3158A272}" type="pres">
      <dgm:prSet presAssocID="{7B5C4A7D-BB8A-450B-A002-1B590C1FE301}" presName="FourNodes_2_text" presStyleLbl="node1" presStyleIdx="3" presStyleCnt="4">
        <dgm:presLayoutVars>
          <dgm:bulletEnabled val="1"/>
        </dgm:presLayoutVars>
      </dgm:prSet>
      <dgm:spPr/>
    </dgm:pt>
    <dgm:pt modelId="{D5B7E55C-F20E-434D-8635-C41A9CD34A18}" type="pres">
      <dgm:prSet presAssocID="{7B5C4A7D-BB8A-450B-A002-1B590C1FE301}" presName="FourNodes_3_text" presStyleLbl="node1" presStyleIdx="3" presStyleCnt="4">
        <dgm:presLayoutVars>
          <dgm:bulletEnabled val="1"/>
        </dgm:presLayoutVars>
      </dgm:prSet>
      <dgm:spPr/>
    </dgm:pt>
    <dgm:pt modelId="{484C2EDD-131F-4581-B8C2-60F79D907A81}" type="pres">
      <dgm:prSet presAssocID="{7B5C4A7D-BB8A-450B-A002-1B590C1FE30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3B8271F-C1BD-42B2-9FE3-A703B138C4D0}" type="presOf" srcId="{96F6F0C9-DBE5-49D4-BEB9-8FA2378BA153}" destId="{5DBF321C-2C9E-4D74-B74C-361920C2193B}" srcOrd="0" destOrd="0" presId="urn:microsoft.com/office/officeart/2005/8/layout/vProcess5"/>
    <dgm:cxn modelId="{AB6BD127-2925-42D9-A472-189FC2EBBDFC}" srcId="{7B5C4A7D-BB8A-450B-A002-1B590C1FE301}" destId="{AFDD51F2-880D-4AE4-9DF1-FAC4C0CDD708}" srcOrd="1" destOrd="0" parTransId="{974FD364-AC6A-4142-9D97-4BD743C2FBFA}" sibTransId="{7AF2DC51-C7D6-4CE6-8B06-2C47872E47AE}"/>
    <dgm:cxn modelId="{8E5EBF34-8F94-46E7-AE9B-AEDE35D34E7B}" type="presOf" srcId="{7B5C4A7D-BB8A-450B-A002-1B590C1FE301}" destId="{84E23A6C-7F19-42DA-B0E5-894319B0C39E}" srcOrd="0" destOrd="0" presId="urn:microsoft.com/office/officeart/2005/8/layout/vProcess5"/>
    <dgm:cxn modelId="{DC71285D-1857-4289-8B52-5543F7420B4B}" type="presOf" srcId="{AABAA746-4864-478D-841A-E0EF862903F8}" destId="{1A0F9DBF-AA35-4458-BEC1-9D9881D281E6}" srcOrd="0" destOrd="0" presId="urn:microsoft.com/office/officeart/2005/8/layout/vProcess5"/>
    <dgm:cxn modelId="{53D52449-F4E2-4599-A4BE-AC96F3A0C65F}" type="presOf" srcId="{C98A6488-3F19-41BB-939D-0B3EAEA83FEC}" destId="{D5B7E55C-F20E-434D-8635-C41A9CD34A18}" srcOrd="1" destOrd="0" presId="urn:microsoft.com/office/officeart/2005/8/layout/vProcess5"/>
    <dgm:cxn modelId="{D225574A-C65E-438C-B26C-6CA05C616908}" type="presOf" srcId="{AFDD51F2-880D-4AE4-9DF1-FAC4C0CDD708}" destId="{6FBD61FF-A369-4721-9CB3-234E3158A272}" srcOrd="1" destOrd="0" presId="urn:microsoft.com/office/officeart/2005/8/layout/vProcess5"/>
    <dgm:cxn modelId="{A3CBF059-65B8-44E2-B59E-4270D37A839D}" srcId="{7B5C4A7D-BB8A-450B-A002-1B590C1FE301}" destId="{C98A6488-3F19-41BB-939D-0B3EAEA83FEC}" srcOrd="2" destOrd="0" parTransId="{3A037EF1-EA3E-4088-B2E2-4018124D5889}" sibTransId="{96F6F0C9-DBE5-49D4-BEB9-8FA2378BA153}"/>
    <dgm:cxn modelId="{9301D881-86B7-4968-ACD2-EC94158B2403}" type="presOf" srcId="{C98A6488-3F19-41BB-939D-0B3EAEA83FEC}" destId="{B5DF36FA-46C6-48E1-8F6C-C15976849943}" srcOrd="0" destOrd="0" presId="urn:microsoft.com/office/officeart/2005/8/layout/vProcess5"/>
    <dgm:cxn modelId="{8572CB93-86C0-463C-9578-CBD3FEBABB9B}" srcId="{7B5C4A7D-BB8A-450B-A002-1B590C1FE301}" destId="{8C4B4745-4F8F-4A70-A8C3-D16EA78AC23B}" srcOrd="0" destOrd="0" parTransId="{420D3389-953F-4010-BA0A-0376F3EEF278}" sibTransId="{D82C96FB-AD63-440B-A9A3-12BA45E767DA}"/>
    <dgm:cxn modelId="{5B2B44AA-C6EC-4548-9A7F-B3268C348742}" type="presOf" srcId="{7AF2DC51-C7D6-4CE6-8B06-2C47872E47AE}" destId="{EC12FC94-839F-4ACF-BC15-EED3913F0EA6}" srcOrd="0" destOrd="0" presId="urn:microsoft.com/office/officeart/2005/8/layout/vProcess5"/>
    <dgm:cxn modelId="{642AA7B2-9760-4070-92C3-C809DC8BF8F8}" type="presOf" srcId="{AABAA746-4864-478D-841A-E0EF862903F8}" destId="{484C2EDD-131F-4581-B8C2-60F79D907A81}" srcOrd="1" destOrd="0" presId="urn:microsoft.com/office/officeart/2005/8/layout/vProcess5"/>
    <dgm:cxn modelId="{35F6E7B5-AEFF-4299-9F0B-77609826FD6F}" type="presOf" srcId="{8C4B4745-4F8F-4A70-A8C3-D16EA78AC23B}" destId="{49A5E9A1-3C8B-49FC-A3DC-2E6D386B441E}" srcOrd="0" destOrd="0" presId="urn:microsoft.com/office/officeart/2005/8/layout/vProcess5"/>
    <dgm:cxn modelId="{A46B8CC0-30AF-4A57-A5F2-0902B31E06DB}" type="presOf" srcId="{8C4B4745-4F8F-4A70-A8C3-D16EA78AC23B}" destId="{D69ABF7D-071E-4016-9792-09EB92B2962C}" srcOrd="1" destOrd="0" presId="urn:microsoft.com/office/officeart/2005/8/layout/vProcess5"/>
    <dgm:cxn modelId="{C21ED8C9-510D-4715-AE6F-FA821B9C5E38}" type="presOf" srcId="{D82C96FB-AD63-440B-A9A3-12BA45E767DA}" destId="{85BBEA60-6CAE-4A32-B4EA-DE20A4FAE65C}" srcOrd="0" destOrd="0" presId="urn:microsoft.com/office/officeart/2005/8/layout/vProcess5"/>
    <dgm:cxn modelId="{0948EECE-3D57-49C3-9DD3-16A918C9D065}" type="presOf" srcId="{AFDD51F2-880D-4AE4-9DF1-FAC4C0CDD708}" destId="{4A9A5FAA-086D-4C58-9D6C-1B67AD33F67F}" srcOrd="0" destOrd="0" presId="urn:microsoft.com/office/officeart/2005/8/layout/vProcess5"/>
    <dgm:cxn modelId="{916CBDEA-8C11-42CC-80B2-BF3AC9C3A298}" srcId="{7B5C4A7D-BB8A-450B-A002-1B590C1FE301}" destId="{AABAA746-4864-478D-841A-E0EF862903F8}" srcOrd="3" destOrd="0" parTransId="{714AC88C-9B84-41E7-92F3-A35B5206424D}" sibTransId="{0CA36203-9AAC-425A-9601-61E8D2717EFE}"/>
    <dgm:cxn modelId="{4B82726A-F630-4C24-9081-C62C862FA36C}" type="presParOf" srcId="{84E23A6C-7F19-42DA-B0E5-894319B0C39E}" destId="{949BF87D-5C95-42E2-8E7E-F52E74CCCD62}" srcOrd="0" destOrd="0" presId="urn:microsoft.com/office/officeart/2005/8/layout/vProcess5"/>
    <dgm:cxn modelId="{2B84837D-6458-4BF5-95C7-BBAFCB588A3C}" type="presParOf" srcId="{84E23A6C-7F19-42DA-B0E5-894319B0C39E}" destId="{49A5E9A1-3C8B-49FC-A3DC-2E6D386B441E}" srcOrd="1" destOrd="0" presId="urn:microsoft.com/office/officeart/2005/8/layout/vProcess5"/>
    <dgm:cxn modelId="{5008E3D0-5214-4B4C-91A1-FF978CB5BC89}" type="presParOf" srcId="{84E23A6C-7F19-42DA-B0E5-894319B0C39E}" destId="{4A9A5FAA-086D-4C58-9D6C-1B67AD33F67F}" srcOrd="2" destOrd="0" presId="urn:microsoft.com/office/officeart/2005/8/layout/vProcess5"/>
    <dgm:cxn modelId="{097E3BC2-C570-4900-9074-C236CF834FD9}" type="presParOf" srcId="{84E23A6C-7F19-42DA-B0E5-894319B0C39E}" destId="{B5DF36FA-46C6-48E1-8F6C-C15976849943}" srcOrd="3" destOrd="0" presId="urn:microsoft.com/office/officeart/2005/8/layout/vProcess5"/>
    <dgm:cxn modelId="{2A378224-7A2F-495E-9FB1-D6D1BB54A681}" type="presParOf" srcId="{84E23A6C-7F19-42DA-B0E5-894319B0C39E}" destId="{1A0F9DBF-AA35-4458-BEC1-9D9881D281E6}" srcOrd="4" destOrd="0" presId="urn:microsoft.com/office/officeart/2005/8/layout/vProcess5"/>
    <dgm:cxn modelId="{D39A51D6-91E4-4591-90D8-60A57852A08D}" type="presParOf" srcId="{84E23A6C-7F19-42DA-B0E5-894319B0C39E}" destId="{85BBEA60-6CAE-4A32-B4EA-DE20A4FAE65C}" srcOrd="5" destOrd="0" presId="urn:microsoft.com/office/officeart/2005/8/layout/vProcess5"/>
    <dgm:cxn modelId="{0B0EE71A-DFE7-4090-83D8-ABCBA8423AE4}" type="presParOf" srcId="{84E23A6C-7F19-42DA-B0E5-894319B0C39E}" destId="{EC12FC94-839F-4ACF-BC15-EED3913F0EA6}" srcOrd="6" destOrd="0" presId="urn:microsoft.com/office/officeart/2005/8/layout/vProcess5"/>
    <dgm:cxn modelId="{E53371A4-BF99-4044-BB6A-F0E380D610CC}" type="presParOf" srcId="{84E23A6C-7F19-42DA-B0E5-894319B0C39E}" destId="{5DBF321C-2C9E-4D74-B74C-361920C2193B}" srcOrd="7" destOrd="0" presId="urn:microsoft.com/office/officeart/2005/8/layout/vProcess5"/>
    <dgm:cxn modelId="{9C56DFAF-A918-45D5-AFF2-E102EB062EFB}" type="presParOf" srcId="{84E23A6C-7F19-42DA-B0E5-894319B0C39E}" destId="{D69ABF7D-071E-4016-9792-09EB92B2962C}" srcOrd="8" destOrd="0" presId="urn:microsoft.com/office/officeart/2005/8/layout/vProcess5"/>
    <dgm:cxn modelId="{14278A6B-451E-4C5A-9EE1-13D04DE77503}" type="presParOf" srcId="{84E23A6C-7F19-42DA-B0E5-894319B0C39E}" destId="{6FBD61FF-A369-4721-9CB3-234E3158A272}" srcOrd="9" destOrd="0" presId="urn:microsoft.com/office/officeart/2005/8/layout/vProcess5"/>
    <dgm:cxn modelId="{C7286DA2-96AA-43F0-A716-747B452CA530}" type="presParOf" srcId="{84E23A6C-7F19-42DA-B0E5-894319B0C39E}" destId="{D5B7E55C-F20E-434D-8635-C41A9CD34A18}" srcOrd="10" destOrd="0" presId="urn:microsoft.com/office/officeart/2005/8/layout/vProcess5"/>
    <dgm:cxn modelId="{D067435D-B188-4C1C-BF36-DFAF62F93049}" type="presParOf" srcId="{84E23A6C-7F19-42DA-B0E5-894319B0C39E}" destId="{484C2EDD-131F-4581-B8C2-60F79D907A8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561EEF-937D-40CA-9A57-A450326412C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164903-33DA-4BF8-ACD5-E482DAF69B3A}">
      <dgm:prSet/>
      <dgm:spPr/>
      <dgm:t>
        <a:bodyPr/>
        <a:lstStyle/>
        <a:p>
          <a:r>
            <a:rPr lang="en-US"/>
            <a:t>Even though current data is fed to the agent, in a future development we would like to strengthen the RAG features.</a:t>
          </a:r>
        </a:p>
      </dgm:t>
    </dgm:pt>
    <dgm:pt modelId="{1530F8C7-E2B7-4AC9-B72B-16FDE7579D01}" type="parTrans" cxnId="{DD014FE9-44E7-4540-ABB0-7BC40557A960}">
      <dgm:prSet/>
      <dgm:spPr/>
      <dgm:t>
        <a:bodyPr/>
        <a:lstStyle/>
        <a:p>
          <a:endParaRPr lang="en-US"/>
        </a:p>
      </dgm:t>
    </dgm:pt>
    <dgm:pt modelId="{B303DBD7-D5E2-4DC4-9EB8-D62783895010}" type="sibTrans" cxnId="{DD014FE9-44E7-4540-ABB0-7BC40557A960}">
      <dgm:prSet/>
      <dgm:spPr/>
      <dgm:t>
        <a:bodyPr/>
        <a:lstStyle/>
        <a:p>
          <a:endParaRPr lang="en-US"/>
        </a:p>
      </dgm:t>
    </dgm:pt>
    <dgm:pt modelId="{6F57248E-3E2F-4DD1-BCFE-37812FD20FCE}">
      <dgm:prSet/>
      <dgm:spPr/>
      <dgm:t>
        <a:bodyPr/>
        <a:lstStyle/>
        <a:p>
          <a:r>
            <a:rPr lang="en-US"/>
            <a:t>We would like to move beyond just the draft process and implement the draft helper into week-by-week matchups.</a:t>
          </a:r>
        </a:p>
      </dgm:t>
    </dgm:pt>
    <dgm:pt modelId="{E812D44D-0FB7-400B-A361-1289281F6508}" type="parTrans" cxnId="{E0C9CD07-43A0-4337-8639-676936CD2131}">
      <dgm:prSet/>
      <dgm:spPr/>
      <dgm:t>
        <a:bodyPr/>
        <a:lstStyle/>
        <a:p>
          <a:endParaRPr lang="en-US"/>
        </a:p>
      </dgm:t>
    </dgm:pt>
    <dgm:pt modelId="{0F98F201-DDF5-4C1D-9B04-B123D81C3ADE}" type="sibTrans" cxnId="{E0C9CD07-43A0-4337-8639-676936CD2131}">
      <dgm:prSet/>
      <dgm:spPr/>
      <dgm:t>
        <a:bodyPr/>
        <a:lstStyle/>
        <a:p>
          <a:endParaRPr lang="en-US"/>
        </a:p>
      </dgm:t>
    </dgm:pt>
    <dgm:pt modelId="{5CCD7EC7-BCE2-436B-84D6-E4092CE6F6AF}">
      <dgm:prSet/>
      <dgm:spPr/>
      <dgm:t>
        <a:bodyPr/>
        <a:lstStyle/>
        <a:p>
          <a:r>
            <a:rPr lang="en-US"/>
            <a:t>Through the project we gained a stronger understanding in API interactions, system prompts, and prompt engineering.</a:t>
          </a:r>
        </a:p>
      </dgm:t>
    </dgm:pt>
    <dgm:pt modelId="{AED004F4-3E26-4BA1-B034-356FDB5D24FF}" type="parTrans" cxnId="{6841EAFB-BAAC-461D-AF33-A93FF381F14A}">
      <dgm:prSet/>
      <dgm:spPr/>
      <dgm:t>
        <a:bodyPr/>
        <a:lstStyle/>
        <a:p>
          <a:endParaRPr lang="en-US"/>
        </a:p>
      </dgm:t>
    </dgm:pt>
    <dgm:pt modelId="{C4E33CB3-2AED-48A8-BE52-A3B2355D9E8D}" type="sibTrans" cxnId="{6841EAFB-BAAC-461D-AF33-A93FF381F14A}">
      <dgm:prSet/>
      <dgm:spPr/>
      <dgm:t>
        <a:bodyPr/>
        <a:lstStyle/>
        <a:p>
          <a:endParaRPr lang="en-US"/>
        </a:p>
      </dgm:t>
    </dgm:pt>
    <dgm:pt modelId="{867F4AAF-1AF9-47FF-8574-CF1D9940EEAD}" type="pres">
      <dgm:prSet presAssocID="{AE561EEF-937D-40CA-9A57-A450326412C9}" presName="linear" presStyleCnt="0">
        <dgm:presLayoutVars>
          <dgm:animLvl val="lvl"/>
          <dgm:resizeHandles val="exact"/>
        </dgm:presLayoutVars>
      </dgm:prSet>
      <dgm:spPr/>
    </dgm:pt>
    <dgm:pt modelId="{CE6C5096-8BDF-42BD-BE02-97595A2ACC8F}" type="pres">
      <dgm:prSet presAssocID="{D1164903-33DA-4BF8-ACD5-E482DAF69B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00D4B9-2D27-411B-9640-0184FB390C9F}" type="pres">
      <dgm:prSet presAssocID="{B303DBD7-D5E2-4DC4-9EB8-D62783895010}" presName="spacer" presStyleCnt="0"/>
      <dgm:spPr/>
    </dgm:pt>
    <dgm:pt modelId="{FE176872-FC6C-412A-BCD9-A13E134C47FF}" type="pres">
      <dgm:prSet presAssocID="{6F57248E-3E2F-4DD1-BCFE-37812FD20FC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FDBE19-B72B-4776-9AC7-D164BE3B022D}" type="pres">
      <dgm:prSet presAssocID="{0F98F201-DDF5-4C1D-9B04-B123D81C3ADE}" presName="spacer" presStyleCnt="0"/>
      <dgm:spPr/>
    </dgm:pt>
    <dgm:pt modelId="{9F02D2E6-32B4-4FDB-8479-29A7EB4F72D3}" type="pres">
      <dgm:prSet presAssocID="{5CCD7EC7-BCE2-436B-84D6-E4092CE6F6A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C9CD07-43A0-4337-8639-676936CD2131}" srcId="{AE561EEF-937D-40CA-9A57-A450326412C9}" destId="{6F57248E-3E2F-4DD1-BCFE-37812FD20FCE}" srcOrd="1" destOrd="0" parTransId="{E812D44D-0FB7-400B-A361-1289281F6508}" sibTransId="{0F98F201-DDF5-4C1D-9B04-B123D81C3ADE}"/>
    <dgm:cxn modelId="{C6FD912F-62B7-4AC1-95AC-90E8E9E98981}" type="presOf" srcId="{D1164903-33DA-4BF8-ACD5-E482DAF69B3A}" destId="{CE6C5096-8BDF-42BD-BE02-97595A2ACC8F}" srcOrd="0" destOrd="0" presId="urn:microsoft.com/office/officeart/2005/8/layout/vList2"/>
    <dgm:cxn modelId="{A4D14533-6831-4F12-AAD6-383EE2196C11}" type="presOf" srcId="{5CCD7EC7-BCE2-436B-84D6-E4092CE6F6AF}" destId="{9F02D2E6-32B4-4FDB-8479-29A7EB4F72D3}" srcOrd="0" destOrd="0" presId="urn:microsoft.com/office/officeart/2005/8/layout/vList2"/>
    <dgm:cxn modelId="{C8100B8C-60BA-4567-BBCE-FCB5D7F9F062}" type="presOf" srcId="{6F57248E-3E2F-4DD1-BCFE-37812FD20FCE}" destId="{FE176872-FC6C-412A-BCD9-A13E134C47FF}" srcOrd="0" destOrd="0" presId="urn:microsoft.com/office/officeart/2005/8/layout/vList2"/>
    <dgm:cxn modelId="{DD014FE9-44E7-4540-ABB0-7BC40557A960}" srcId="{AE561EEF-937D-40CA-9A57-A450326412C9}" destId="{D1164903-33DA-4BF8-ACD5-E482DAF69B3A}" srcOrd="0" destOrd="0" parTransId="{1530F8C7-E2B7-4AC9-B72B-16FDE7579D01}" sibTransId="{B303DBD7-D5E2-4DC4-9EB8-D62783895010}"/>
    <dgm:cxn modelId="{F042B7F8-2AB8-4076-887A-3E3B934F1725}" type="presOf" srcId="{AE561EEF-937D-40CA-9A57-A450326412C9}" destId="{867F4AAF-1AF9-47FF-8574-CF1D9940EEAD}" srcOrd="0" destOrd="0" presId="urn:microsoft.com/office/officeart/2005/8/layout/vList2"/>
    <dgm:cxn modelId="{6841EAFB-BAAC-461D-AF33-A93FF381F14A}" srcId="{AE561EEF-937D-40CA-9A57-A450326412C9}" destId="{5CCD7EC7-BCE2-436B-84D6-E4092CE6F6AF}" srcOrd="2" destOrd="0" parTransId="{AED004F4-3E26-4BA1-B034-356FDB5D24FF}" sibTransId="{C4E33CB3-2AED-48A8-BE52-A3B2355D9E8D}"/>
    <dgm:cxn modelId="{30B59871-A8E3-44E6-BCC1-B772C64D66AF}" type="presParOf" srcId="{867F4AAF-1AF9-47FF-8574-CF1D9940EEAD}" destId="{CE6C5096-8BDF-42BD-BE02-97595A2ACC8F}" srcOrd="0" destOrd="0" presId="urn:microsoft.com/office/officeart/2005/8/layout/vList2"/>
    <dgm:cxn modelId="{511C3251-2268-4098-BB01-9A99E2FCA77A}" type="presParOf" srcId="{867F4AAF-1AF9-47FF-8574-CF1D9940EEAD}" destId="{5A00D4B9-2D27-411B-9640-0184FB390C9F}" srcOrd="1" destOrd="0" presId="urn:microsoft.com/office/officeart/2005/8/layout/vList2"/>
    <dgm:cxn modelId="{E2AA6B1B-8437-4B0A-AC1C-4D95B0D1C75A}" type="presParOf" srcId="{867F4AAF-1AF9-47FF-8574-CF1D9940EEAD}" destId="{FE176872-FC6C-412A-BCD9-A13E134C47FF}" srcOrd="2" destOrd="0" presId="urn:microsoft.com/office/officeart/2005/8/layout/vList2"/>
    <dgm:cxn modelId="{49C864D3-A0CF-4981-A564-943E966C85E5}" type="presParOf" srcId="{867F4AAF-1AF9-47FF-8574-CF1D9940EEAD}" destId="{F4FDBE19-B72B-4776-9AC7-D164BE3B022D}" srcOrd="3" destOrd="0" presId="urn:microsoft.com/office/officeart/2005/8/layout/vList2"/>
    <dgm:cxn modelId="{D467C7A7-86BE-453D-8A16-009843C8FD67}" type="presParOf" srcId="{867F4AAF-1AF9-47FF-8574-CF1D9940EEAD}" destId="{9F02D2E6-32B4-4FDB-8479-29A7EB4F72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A0A1A-6872-4145-B5EA-C0021C4331D0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AA6C1-3FA8-4454-8ADC-8A81287DA388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6C080-36FF-4376-80EB-FAA4D6F98E0F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Our application tracks a Fantasy Football draft in real time and suggests the user’s next pick based on NFL statistics and current player reports.</a:t>
          </a:r>
        </a:p>
      </dsp:txBody>
      <dsp:txXfrm>
        <a:off x="1312541" y="828340"/>
        <a:ext cx="2148945" cy="911674"/>
      </dsp:txXfrm>
    </dsp:sp>
    <dsp:sp modelId="{F1945543-645C-4502-8E28-1060248AC8E8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FC26B-4244-4915-8C59-35DA7946AF7F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BC575-9ED8-4B52-8B16-1526911CC292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Most auto draft features are not always reliable because of unbalanced rosters, not keeping up with current trends, and lack of strategic control.</a:t>
          </a:r>
        </a:p>
      </dsp:txBody>
      <dsp:txXfrm>
        <a:off x="4942957" y="828340"/>
        <a:ext cx="2148945" cy="911674"/>
      </dsp:txXfrm>
    </dsp:sp>
    <dsp:sp modelId="{2EE91398-0633-45A3-B060-F4BC0DABA38B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36A61-879F-401B-B68B-CB37D080047D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C4A97-6F3A-4B71-B6CF-BA632AEA8A71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application assists people who don’t have a lot of football knowledge or those want some additional research alongside strategic control before choosing their players.</a:t>
          </a:r>
        </a:p>
      </dsp:txBody>
      <dsp:txXfrm>
        <a:off x="8573374" y="828340"/>
        <a:ext cx="2148945" cy="911674"/>
      </dsp:txXfrm>
    </dsp:sp>
    <dsp:sp modelId="{BE896F15-F7F1-4E3A-8DEF-A2DA60D4C7BD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A79F9-207C-4D19-A922-6B84E732092E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A5B6D-5F5F-46A9-B296-B02684F92974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The draft information and current player statistics are pulled using Sleeper’s API</a:t>
          </a:r>
        </a:p>
      </dsp:txBody>
      <dsp:txXfrm>
        <a:off x="1312541" y="2452790"/>
        <a:ext cx="2148945" cy="911674"/>
      </dsp:txXfrm>
    </dsp:sp>
    <dsp:sp modelId="{AC6BBB8A-F057-4BD8-9A99-9C5A68FF6A1A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88F8C-F37D-4EE8-95F5-1A5169478EB3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55550-2F7C-4439-83A3-C472C906CB18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model used to process the information and user prompts is Google’s gemini-3.5-flash-lite model</a:t>
          </a:r>
        </a:p>
      </dsp:txBody>
      <dsp:txXfrm>
        <a:off x="4942957" y="2452790"/>
        <a:ext cx="2148945" cy="911674"/>
      </dsp:txXfrm>
    </dsp:sp>
    <dsp:sp modelId="{9A0D9130-D151-4C40-87E1-7C3DFA577AFD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11318-E1A3-42B9-A695-A4CC0A03A4AD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768E2-E931-4FDC-9293-DF9718AEA84E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GUI interface is implemented using </a:t>
          </a:r>
          <a:r>
            <a:rPr lang="en-US" sz="1100" kern="1200" dirty="0" err="1"/>
            <a:t>Tkinter</a:t>
          </a:r>
          <a:r>
            <a:rPr lang="en-US" sz="1100" kern="1200" dirty="0"/>
            <a:t>.</a:t>
          </a:r>
        </a:p>
      </dsp:txBody>
      <dsp:txXfrm>
        <a:off x="8573374" y="2452790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A93BD-8ABC-4FBF-83C0-11909E118C43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FD086-A155-48F3-B018-94C648CFC7A2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14D22-D1AF-4FBB-89DA-A77EB15771B2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began by setting up a project in Google’s ai studio and getting an API key.</a:t>
          </a:r>
        </a:p>
      </dsp:txBody>
      <dsp:txXfrm>
        <a:off x="837512" y="3404"/>
        <a:ext cx="9678087" cy="725119"/>
      </dsp:txXfrm>
    </dsp:sp>
    <dsp:sp modelId="{28FFBA29-F405-4585-81CB-B4B71BFBFB55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99962-4956-4338-87DD-423D88BD607F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540F0-05A3-425D-A898-43D8EAFD84D2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landed upon using Gemini 3.5 Flash Lite due to its free high tokens per minute and strong thinking capabilities.</a:t>
          </a:r>
        </a:p>
      </dsp:txBody>
      <dsp:txXfrm>
        <a:off x="837512" y="909803"/>
        <a:ext cx="9678087" cy="725119"/>
      </dsp:txXfrm>
    </dsp:sp>
    <dsp:sp modelId="{3F2FAA61-93B8-4E0D-9887-94C39F09895F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ACF23-9022-42CC-8B5F-792F76B36D7A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7D0D4-E98D-434A-B1A2-7D077698C015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Sleeper API is a read-only API which gives league, draft, user, and player information.</a:t>
          </a:r>
        </a:p>
      </dsp:txBody>
      <dsp:txXfrm>
        <a:off x="837512" y="1816202"/>
        <a:ext cx="9678087" cy="725119"/>
      </dsp:txXfrm>
    </dsp:sp>
    <dsp:sp modelId="{DE82E529-96A8-4E1E-A7B0-5A070147B6C1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C0646-985F-4C2B-AF61-BFCAA286ECC9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E5D95-D305-43EB-90B4-A127DD83C9D1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Sleeper allows for up to 1,000 requests per minute which allows us to keep our application constantly up to date with the current draft</a:t>
          </a:r>
        </a:p>
      </dsp:txBody>
      <dsp:txXfrm>
        <a:off x="837512" y="2722601"/>
        <a:ext cx="9678087" cy="725119"/>
      </dsp:txXfrm>
    </dsp:sp>
    <dsp:sp modelId="{4E8E7F1C-572F-4E13-877C-D55F8A5947DD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493DF-8321-457D-9C26-86BC5AC5BBD2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3B50C-566B-4F53-804E-5FF19AB9D4CB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Claude was used for the development of the front-end interface</a:t>
          </a:r>
        </a:p>
      </dsp:txBody>
      <dsp:txXfrm>
        <a:off x="837512" y="3629000"/>
        <a:ext cx="9678087" cy="725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5E9A1-3C8B-49FC-A3DC-2E6D386B441E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Sleeper Class is responsible for making direct API calls and filtering the data so that it is readable by the agent and the other classes.</a:t>
          </a:r>
        </a:p>
      </dsp:txBody>
      <dsp:txXfrm>
        <a:off x="28038" y="28038"/>
        <a:ext cx="7298593" cy="901218"/>
      </dsp:txXfrm>
    </dsp:sp>
    <dsp:sp modelId="{4A9A5FAA-086D-4C58-9D6C-1B67AD33F67F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Gemini class collects the filtered draft information and makes the analysis based on the data and the user’s prompts/draft picks.</a:t>
          </a:r>
        </a:p>
      </dsp:txBody>
      <dsp:txXfrm>
        <a:off x="732583" y="1159385"/>
        <a:ext cx="7029617" cy="901218"/>
      </dsp:txXfrm>
    </dsp:sp>
    <dsp:sp modelId="{B5DF36FA-46C6-48E1-8F6C-C15976849943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</a:t>
          </a:r>
          <a:r>
            <a:rPr lang="en-US" sz="1800" kern="1200" dirty="0" err="1"/>
            <a:t>DraftInfo</a:t>
          </a:r>
          <a:r>
            <a:rPr lang="en-US" sz="1800" kern="1200" dirty="0"/>
            <a:t> class is primarily used by the interface and determines the logic behind whether the player is ready to draft; it also presents draft information in a concise way for the interface to pull from.</a:t>
          </a:r>
        </a:p>
      </dsp:txBody>
      <dsp:txXfrm>
        <a:off x="1426612" y="2290733"/>
        <a:ext cx="7040133" cy="901218"/>
      </dsp:txXfrm>
    </dsp:sp>
    <dsp:sp modelId="{1A0F9DBF-AA35-4458-BEC1-9D9881D281E6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interface takes input from the user to send to the Gemini class. It also displays the draft information and pick suggestions to the user.</a:t>
          </a:r>
        </a:p>
      </dsp:txBody>
      <dsp:txXfrm>
        <a:off x="2131157" y="3422081"/>
        <a:ext cx="7029617" cy="901218"/>
      </dsp:txXfrm>
    </dsp:sp>
    <dsp:sp modelId="{85BBEA60-6CAE-4A32-B4EA-DE20A4FAE65C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EC12FC94-839F-4ACF-BC15-EED3913F0EA6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5DBF321C-2C9E-4D74-B74C-361920C2193B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C5096-8BDF-42BD-BE02-97595A2ACC8F}">
      <dsp:nvSpPr>
        <dsp:cNvPr id="0" name=""/>
        <dsp:cNvSpPr/>
      </dsp:nvSpPr>
      <dsp:spPr>
        <a:xfrm>
          <a:off x="0" y="236619"/>
          <a:ext cx="10515600" cy="12331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Even though current data is fed to the agent, in a future development we would like to strengthen the RAG features.</a:t>
          </a:r>
        </a:p>
      </dsp:txBody>
      <dsp:txXfrm>
        <a:off x="60199" y="296818"/>
        <a:ext cx="10395202" cy="1112781"/>
      </dsp:txXfrm>
    </dsp:sp>
    <dsp:sp modelId="{FE176872-FC6C-412A-BCD9-A13E134C47FF}">
      <dsp:nvSpPr>
        <dsp:cNvPr id="0" name=""/>
        <dsp:cNvSpPr/>
      </dsp:nvSpPr>
      <dsp:spPr>
        <a:xfrm>
          <a:off x="0" y="1559079"/>
          <a:ext cx="10515600" cy="123317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We would like to move beyond just the draft process and implement the draft helper into week-by-week matchups.</a:t>
          </a:r>
        </a:p>
      </dsp:txBody>
      <dsp:txXfrm>
        <a:off x="60199" y="1619278"/>
        <a:ext cx="10395202" cy="1112781"/>
      </dsp:txXfrm>
    </dsp:sp>
    <dsp:sp modelId="{9F02D2E6-32B4-4FDB-8479-29A7EB4F72D3}">
      <dsp:nvSpPr>
        <dsp:cNvPr id="0" name=""/>
        <dsp:cNvSpPr/>
      </dsp:nvSpPr>
      <dsp:spPr>
        <a:xfrm>
          <a:off x="0" y="2881539"/>
          <a:ext cx="10515600" cy="12331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Through the project we gained a stronger understanding in API interactions, system prompts, and prompt engineering.</a:t>
          </a:r>
        </a:p>
      </dsp:txBody>
      <dsp:txXfrm>
        <a:off x="60199" y="2941738"/>
        <a:ext cx="10395202" cy="111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BE3E2-FE18-4AEF-B931-77DE0B8EB6C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F80A3-70B8-4A7B-A667-304183CE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81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F80A3-70B8-4A7B-A667-304183CE9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7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A039-5B7A-CDA6-F29B-CC575B525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1D40A-24EB-F6CA-890A-49D5934ED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74FAD-EFDD-8C28-9B9D-0867B677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AE45B-3A75-CD57-B289-5A99CBFD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CB97F-A335-0184-B552-DF10DB62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BE43-9E81-180F-41DA-4BE63321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F64E-D65D-2DDA-144F-39B8AEBAD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EC7D7-5C3B-7F79-F948-F2D1F6E3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BC6A-E373-2308-99C9-E5F77F98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701B0-27F1-52ED-C776-38212F7EB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7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1E07-C571-8565-CBB3-3D8FE29C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AA196-B526-4F1C-C770-5F8979087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421B-28BB-0AA1-DB87-25541E45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8063-DC02-478F-2E74-C7168F8B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29103-EA42-8C98-459C-11E66BB6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911F-6BC6-7423-0311-9F6F7B41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F617-BB80-1B81-1C12-75D3B481A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EF5A-52BE-DC8A-AF61-923542C3D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C68F-D5F6-DF67-CE1D-C1752146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A4209-0A1D-379A-53FA-A392A121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1447D-56ED-E28F-70DE-CFEF23B6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EBC5-64A8-AD63-AC37-93D9E9BC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8229-A869-34FB-E904-57EA9F74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8B57C-868E-23A4-991E-F303F759A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C3781-6F24-1873-48C8-981A899AB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51624-60EA-C471-6BCF-93CAB945E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85515-ED0C-2CCB-254E-AE7F4987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22912-5EF1-C4E7-CA0E-7757CC11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F4E60-A280-06BC-8BFC-4F0D0DD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1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C7C1-0B6B-864D-A689-4FDA12B9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A4712-0141-2829-4DFA-32AB7ACC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B0CE8-5677-EF94-D6D8-5613B8D5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650D8-1261-E172-3A88-664357E2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4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1F72-5F7D-ACF9-198D-87EBCCD8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2BA2B-45C0-CB0F-3D4C-96311A22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9B213-FA47-F748-AF5B-F7D3CBB6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2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4155-0D59-555C-63F3-DE8843A30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DB34-6ED7-5F1A-7CD8-827FB7D1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375E1-24B2-B3CB-7768-5228CF47F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C0DDF-81CC-DBA3-3EEE-707EEE0F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0AE1C-8D1A-1B39-C8B1-E03DE13A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A97D1-ABB7-73B7-872C-78A6C988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70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CFCE-308F-FFD8-6735-22851260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12275-5ADF-236B-7132-90DA398678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5346E-0267-D9C3-2059-C8D03D2ED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CF75-4547-4389-CDCB-51C8F1DC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2D647-3BDA-FE32-BCE1-F718C8C2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51FF1-B88C-C76B-01A9-9742478A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2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3683-B40D-9EC1-1543-2FED0CE5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0F26F-AAF2-64B4-E1AF-C47F1E9CF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E9307-9286-9BAD-2586-0EF4C1FE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8BC30-709C-4C8F-1B76-5B83197F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DEC6B-605C-CCA5-CD6C-E727336C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1FEBFC-F80F-5250-2D97-5E5AD621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6D834-D6B4-0740-C342-C937DED57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732B4-7234-8A13-1479-B7F2B885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96C1-A6A0-B8E7-5C9B-8D77F7B7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29DB4-0654-1389-27A1-B7AB4104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1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26176-7ADA-2F70-4EAC-DAEFBBCF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CA77E-30CA-E3B9-1A14-FE7515254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BB32-B3C8-A2A2-0537-0654E7C71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DFF1B-130D-46D1-86F3-3345754F464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DA70D-76D1-A919-1B9F-D95D6824E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BC728-E2F6-509B-71DF-55C116107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46766-B50B-4FD4-A2A0-9071228D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4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47F16-BDF9-4B43-493F-7AAEE2D78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987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9B236-99BF-E33F-8FCB-9514AAC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Overview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46FBDE-8E0E-DDD0-6A98-8B25BA594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322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19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6A094-B63D-B93E-1BEA-17AD7E4C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Development of the Project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03531-04E8-0F00-AF5E-CB99FCBDD7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48473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2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229EA-333F-EDE3-9DD4-E8FF6383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E23123-59BC-2A0C-9784-28B6A489FF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AED5C-E01A-8050-BA96-43538BAB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Code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7C7177-C8E5-7F3D-5834-26FD34353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5599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0748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411B6F-9C62-DD75-5C03-53282A49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0" y="3879853"/>
            <a:ext cx="3400481" cy="250785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3B4FF89-C45F-4E24-B963-61E85570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671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8BF779-FFE8-6180-BE3C-EDB51C52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599" y="518420"/>
            <a:ext cx="3401568" cy="23555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4F25C03-EF67-4344-8AEA-7B3FA0DED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836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DF104-BAF0-614E-F08E-4C57D0CAA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948" y="3836002"/>
            <a:ext cx="3401568" cy="253416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74793DE-3651-410B-B243-8F0B1468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9424" y="-2665476"/>
            <a:ext cx="73152" cy="121889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E8B643-29EE-B0E8-EDA9-3BC8B760F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145" y="443578"/>
            <a:ext cx="3401568" cy="2534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4454B4-08D6-94FC-78BE-6158A9D10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132" y="520050"/>
            <a:ext cx="3401568" cy="2517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3A1CB-F858-1CF1-0DA9-709FDF336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5132" y="3907461"/>
            <a:ext cx="3401568" cy="250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1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9B2DE7-E382-80C6-2180-78A6AC5E4A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2F444-8C8C-AB15-4FE1-4E37CAA1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Future of the project/Reflections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DE7A2F-8D21-03B6-ABE4-1C6D61B62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5101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723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864288-45da-4d14-96e9-1093a317b33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AF88BB898D0C42A077C353A08026E5" ma:contentTypeVersion="9" ma:contentTypeDescription="Create a new document." ma:contentTypeScope="" ma:versionID="970dd47ea9dbb5432e107d302dd5a014">
  <xsd:schema xmlns:xsd="http://www.w3.org/2001/XMLSchema" xmlns:xs="http://www.w3.org/2001/XMLSchema" xmlns:p="http://schemas.microsoft.com/office/2006/metadata/properties" xmlns:ns3="8b864288-45da-4d14-96e9-1093a317b33c" targetNamespace="http://schemas.microsoft.com/office/2006/metadata/properties" ma:root="true" ma:fieldsID="1aa754d287d2d625cf213bdadd5a1edf" ns3:_="">
    <xsd:import namespace="8b864288-45da-4d14-96e9-1093a317b33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64288-45da-4d14-96e9-1093a317b33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D903BE-8746-420D-9B32-12CD1BB36179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8b864288-45da-4d14-96e9-1093a317b33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01CF27-56FE-49B8-B09C-BE074462A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864288-45da-4d14-96e9-1093a317b3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5AF9BA-51F1-4D9E-8650-70C2F8A17B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393</Words>
  <Application>Microsoft Office PowerPoint</Application>
  <PresentationFormat>Widescreen</PresentationFormat>
  <Paragraphs>23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Overview</vt:lpstr>
      <vt:lpstr>Development of the Project</vt:lpstr>
      <vt:lpstr>The Code</vt:lpstr>
      <vt:lpstr>PowerPoint Presentation</vt:lpstr>
      <vt:lpstr>Future of the project/Reflections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Robinson</dc:creator>
  <cp:lastModifiedBy>Jeffrey Robinson</cp:lastModifiedBy>
  <cp:revision>2</cp:revision>
  <dcterms:created xsi:type="dcterms:W3CDTF">2026-10-16T16:28:38Z</dcterms:created>
  <dcterms:modified xsi:type="dcterms:W3CDTF">2026-10-21T13:40:45Z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0x01010090AF88BB898D0C42A077C353A08026E5</vt:lpwstr>
  </property>
</Properties>
</file>